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3" r:id="rId4"/>
    <p:sldId id="258" r:id="rId5"/>
    <p:sldId id="259" r:id="rId6"/>
    <p:sldId id="276" r:id="rId7"/>
    <p:sldId id="274" r:id="rId8"/>
    <p:sldId id="281" r:id="rId9"/>
    <p:sldId id="263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88321-54D7-4274-A77F-EE4D4058FE08}" v="21" dt="2026-10-06T11:39:12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ăn Hậu Trần" userId="ba3d183d092c7775" providerId="LiveId" clId="{23202FAE-865D-4AC6-AADD-356CE0E2B0E8}"/>
    <pc:docChg chg="undo redo custSel addSld delSld modSld">
      <pc:chgData name="Văn Hậu Trần" userId="ba3d183d092c7775" providerId="LiveId" clId="{23202FAE-865D-4AC6-AADD-356CE0E2B0E8}" dt="2026-10-06T11:40:05.003" v="2969" actId="47"/>
      <pc:docMkLst>
        <pc:docMk/>
      </pc:docMkLst>
      <pc:sldChg chg="addSp delSp modSp del mod">
        <pc:chgData name="Văn Hậu Trần" userId="ba3d183d092c7775" providerId="LiveId" clId="{23202FAE-865D-4AC6-AADD-356CE0E2B0E8}" dt="2026-10-06T09:45:34.493" v="243"/>
        <pc:sldMkLst>
          <pc:docMk/>
          <pc:sldMk cId="0" sldId="256"/>
        </pc:sldMkLst>
        <pc:spChg chg="mod">
          <ac:chgData name="Văn Hậu Trần" userId="ba3d183d092c7775" providerId="LiveId" clId="{23202FAE-865D-4AC6-AADD-356CE0E2B0E8}" dt="2026-10-06T09:42:56.160" v="17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46" v="214"/>
          <ac:spMkLst>
            <pc:docMk/>
            <pc:sldMk cId="0" sldId="256"/>
            <ac:spMk id="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46" v="218"/>
          <ac:spMkLst>
            <pc:docMk/>
            <pc:sldMk cId="0" sldId="256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46" v="222"/>
          <ac:spMkLst>
            <pc:docMk/>
            <pc:sldMk cId="0" sldId="256"/>
            <ac:spMk id="7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09:43:53.516" v="196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51" v="226"/>
          <ac:spMkLst>
            <pc:docMk/>
            <pc:sldMk cId="0" sldId="256"/>
            <ac:spMk id="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51" v="23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51" v="234"/>
          <ac:spMkLst>
            <pc:docMk/>
            <pc:sldMk cId="0" sldId="256"/>
            <ac:spMk id="11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09:44:13.007" v="202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14.451" v="238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09:45:14.451" v="241"/>
          <ac:spMkLst>
            <pc:docMk/>
            <pc:sldMk cId="0" sldId="256"/>
            <ac:spMk id="14" creationId="{ED60ECCA-BA55-49EC-8476-7FCEF2CEC866}"/>
          </ac:spMkLst>
        </pc:spChg>
        <pc:picChg chg="mod">
          <ac:chgData name="Văn Hậu Trần" userId="ba3d183d092c7775" providerId="LiveId" clId="{23202FAE-865D-4AC6-AADD-356CE0E2B0E8}" dt="2026-10-06T09:45:14.445" v="210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del mod">
        <pc:chgData name="Văn Hậu Trần" userId="ba3d183d092c7775" providerId="LiveId" clId="{23202FAE-865D-4AC6-AADD-356CE0E2B0E8}" dt="2026-10-06T09:50:15.871" v="321"/>
        <pc:sldMkLst>
          <pc:docMk/>
          <pc:sldMk cId="0" sldId="257"/>
        </pc:sldMkLst>
        <pc:spChg chg="del">
          <ac:chgData name="Văn Hậu Trần" userId="ba3d183d092c7775" providerId="LiveId" clId="{23202FAE-865D-4AC6-AADD-356CE0E2B0E8}" dt="2026-10-06T09:48:41.694" v="289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9:55.204" v="29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9:55.204" v="30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9:55.204" v="30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9:55.204" v="30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9:55.204" v="313"/>
          <ac:spMkLst>
            <pc:docMk/>
            <pc:sldMk cId="0" sldId="257"/>
            <ac:spMk id="14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09:48:46.902" v="290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09:48:37.685" v="288" actId="478"/>
          <ac:spMkLst>
            <pc:docMk/>
            <pc:sldMk cId="0" sldId="257"/>
            <ac:spMk id="16" creationId="{00000000-0000-0000-0000-000000000000}"/>
          </ac:spMkLst>
        </pc:spChg>
        <pc:spChg chg="add mod ord">
          <ac:chgData name="Văn Hậu Trần" userId="ba3d183d092c7775" providerId="LiveId" clId="{23202FAE-865D-4AC6-AADD-356CE0E2B0E8}" dt="2026-10-06T09:49:55.204" v="317"/>
          <ac:spMkLst>
            <pc:docMk/>
            <pc:sldMk cId="0" sldId="257"/>
            <ac:spMk id="17" creationId="{510E20D2-06E9-40B6-98DB-1FEB221BADC3}"/>
          </ac:spMkLst>
        </pc:spChg>
        <pc:spChg chg="add mod">
          <ac:chgData name="Văn Hậu Trần" userId="ba3d183d092c7775" providerId="LiveId" clId="{23202FAE-865D-4AC6-AADD-356CE0E2B0E8}" dt="2026-10-06T09:49:55.204" v="319"/>
          <ac:spMkLst>
            <pc:docMk/>
            <pc:sldMk cId="0" sldId="257"/>
            <ac:spMk id="18" creationId="{B80B5136-74ED-4545-94BA-58D2A3422BFE}"/>
          </ac:spMkLst>
        </pc:spChg>
      </pc:sldChg>
      <pc:sldChg chg="addSp delSp modSp mod">
        <pc:chgData name="Văn Hậu Trần" userId="ba3d183d092c7775" providerId="LiveId" clId="{23202FAE-865D-4AC6-AADD-356CE0E2B0E8}" dt="2026-10-06T11:36:13.301" v="2941" actId="20577"/>
        <pc:sldMkLst>
          <pc:docMk/>
          <pc:sldMk cId="0" sldId="258"/>
        </pc:sldMkLst>
        <pc:spChg chg="del mod">
          <ac:chgData name="Văn Hậu Trần" userId="ba3d183d092c7775" providerId="LiveId" clId="{23202FAE-865D-4AC6-AADD-356CE0E2B0E8}" dt="2026-10-06T09:49:33.792" v="292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05:59.297" v="1065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5:14.959" v="286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03:30.722" v="954" actId="20577"/>
          <ac:spMkLst>
            <pc:docMk/>
            <pc:sldMk cId="0" sldId="258"/>
            <ac:spMk id="19" creationId="{00000000-0000-0000-0000-000000000000}"/>
          </ac:spMkLst>
        </pc:spChg>
        <pc:spChg chg="add del mod">
          <ac:chgData name="Văn Hậu Trần" userId="ba3d183d092c7775" providerId="LiveId" clId="{23202FAE-865D-4AC6-AADD-356CE0E2B0E8}" dt="2026-10-06T11:35:36.414" v="2907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6:00.411" v="2919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04:00.002" v="1036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6:13.301" v="2941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03:58.290" v="1035" actId="20577"/>
          <ac:spMkLst>
            <pc:docMk/>
            <pc:sldMk cId="0" sldId="258"/>
            <ac:spMk id="32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09:49:36.219" v="293" actId="478"/>
          <ac:spMkLst>
            <pc:docMk/>
            <pc:sldMk cId="0" sldId="258"/>
            <ac:spMk id="33" creationId="{00000000-0000-0000-0000-000000000000}"/>
          </ac:spMkLst>
        </pc:spChg>
        <pc:picChg chg="add">
          <ac:chgData name="Văn Hậu Trần" userId="ba3d183d092c7775" providerId="LiveId" clId="{23202FAE-865D-4AC6-AADD-356CE0E2B0E8}" dt="2026-10-06T11:35:08.270" v="2864"/>
          <ac:picMkLst>
            <pc:docMk/>
            <pc:sldMk cId="0" sldId="258"/>
            <ac:picMk id="6" creationId="{90AC1D3A-AA40-64D6-B610-CB548EE6178F}"/>
          </ac:picMkLst>
        </pc:picChg>
      </pc:sldChg>
      <pc:sldChg chg="delSp modSp mod">
        <pc:chgData name="Văn Hậu Trần" userId="ba3d183d092c7775" providerId="LiveId" clId="{23202FAE-865D-4AC6-AADD-356CE0E2B0E8}" dt="2026-10-06T11:14:29.345" v="1547" actId="20577"/>
        <pc:sldMkLst>
          <pc:docMk/>
          <pc:sldMk cId="0" sldId="259"/>
        </pc:sldMkLst>
        <pc:spChg chg="mod">
          <ac:chgData name="Văn Hậu Trần" userId="ba3d183d092c7775" providerId="LiveId" clId="{23202FAE-865D-4AC6-AADD-356CE0E2B0E8}" dt="2026-10-06T11:14:29.345" v="1547" actId="20577"/>
          <ac:spMkLst>
            <pc:docMk/>
            <pc:sldMk cId="0" sldId="259"/>
            <ac:spMk id="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4:18.300" v="1511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04:09.773" v="1038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04:08.213" v="1037" actId="478"/>
          <ac:spMkLst>
            <pc:docMk/>
            <pc:sldMk cId="0" sldId="259"/>
            <ac:spMk id="12" creationId="{00000000-0000-0000-0000-000000000000}"/>
          </ac:spMkLst>
        </pc:spChg>
      </pc:sldChg>
      <pc:sldChg chg="addSp delSp modSp del mod">
        <pc:chgData name="Văn Hậu Trần" userId="ba3d183d092c7775" providerId="LiveId" clId="{23202FAE-865D-4AC6-AADD-356CE0E2B0E8}" dt="2026-10-06T11:17:33.958" v="1660"/>
        <pc:sldMkLst>
          <pc:docMk/>
          <pc:sldMk cId="0" sldId="260"/>
        </pc:sldMkLst>
        <pc:spChg chg="del">
          <ac:chgData name="Văn Hậu Trần" userId="ba3d183d092c7775" providerId="LiveId" clId="{23202FAE-865D-4AC6-AADD-356CE0E2B0E8}" dt="2026-10-06T11:14:11.836" v="1509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0" v="154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2" v="1549"/>
          <ac:spMkLst>
            <pc:docMk/>
            <pc:sldMk cId="0" sldId="260"/>
            <ac:spMk id="11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3" v="1550"/>
          <ac:spMkLst>
            <pc:docMk/>
            <pc:sldMk cId="0" sldId="260"/>
            <ac:spMk id="12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4" v="1551"/>
          <ac:spMkLst>
            <pc:docMk/>
            <pc:sldMk cId="0" sldId="260"/>
            <ac:spMk id="13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5" v="1552"/>
          <ac:spMkLst>
            <pc:docMk/>
            <pc:sldMk cId="0" sldId="260"/>
            <ac:spMk id="14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6" v="1553"/>
          <ac:spMkLst>
            <pc:docMk/>
            <pc:sldMk cId="0" sldId="260"/>
            <ac:spMk id="1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7" v="1554"/>
          <ac:spMkLst>
            <pc:docMk/>
            <pc:sldMk cId="0" sldId="260"/>
            <ac:spMk id="1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8" v="1555"/>
          <ac:spMkLst>
            <pc:docMk/>
            <pc:sldMk cId="0" sldId="260"/>
            <ac:spMk id="17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9" v="1556"/>
          <ac:spMkLst>
            <pc:docMk/>
            <pc:sldMk cId="0" sldId="260"/>
            <ac:spMk id="18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49" v="1557"/>
          <ac:spMkLst>
            <pc:docMk/>
            <pc:sldMk cId="0" sldId="260"/>
            <ac:spMk id="19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0" v="155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1" v="1559"/>
          <ac:spMkLst>
            <pc:docMk/>
            <pc:sldMk cId="0" sldId="260"/>
            <ac:spMk id="21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3" v="1560"/>
          <ac:spMkLst>
            <pc:docMk/>
            <pc:sldMk cId="0" sldId="260"/>
            <ac:spMk id="22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4" v="1561"/>
          <ac:spMkLst>
            <pc:docMk/>
            <pc:sldMk cId="0" sldId="260"/>
            <ac:spMk id="23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4" v="1562"/>
          <ac:spMkLst>
            <pc:docMk/>
            <pc:sldMk cId="0" sldId="260"/>
            <ac:spMk id="24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5" v="1563"/>
          <ac:spMkLst>
            <pc:docMk/>
            <pc:sldMk cId="0" sldId="260"/>
            <ac:spMk id="2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6" v="1564"/>
          <ac:spMkLst>
            <pc:docMk/>
            <pc:sldMk cId="0" sldId="260"/>
            <ac:spMk id="2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7" v="1565"/>
          <ac:spMkLst>
            <pc:docMk/>
            <pc:sldMk cId="0" sldId="260"/>
            <ac:spMk id="27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7:12.958" v="1566"/>
          <ac:spMkLst>
            <pc:docMk/>
            <pc:sldMk cId="0" sldId="260"/>
            <ac:spMk id="28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4:13.542" v="1510" actId="478"/>
          <ac:spMkLst>
            <pc:docMk/>
            <pc:sldMk cId="0" sldId="260"/>
            <ac:spMk id="29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11:17:13.008" v="1568"/>
          <ac:spMkLst>
            <pc:docMk/>
            <pc:sldMk cId="0" sldId="260"/>
            <ac:spMk id="30" creationId="{34421052-68A5-4071-8B21-66FF1848C3A6}"/>
          </ac:spMkLst>
        </pc:spChg>
        <pc:spChg chg="add mod">
          <ac:chgData name="Văn Hậu Trần" userId="ba3d183d092c7775" providerId="LiveId" clId="{23202FAE-865D-4AC6-AADD-356CE0E2B0E8}" dt="2026-10-06T11:17:13.018" v="1570"/>
          <ac:spMkLst>
            <pc:docMk/>
            <pc:sldMk cId="0" sldId="260"/>
            <ac:spMk id="31" creationId="{6110B70E-F45F-4C91-B255-DFCAB4ED8A16}"/>
          </ac:spMkLst>
        </pc:spChg>
        <pc:spChg chg="add mod">
          <ac:chgData name="Văn Hậu Trần" userId="ba3d183d092c7775" providerId="LiveId" clId="{23202FAE-865D-4AC6-AADD-356CE0E2B0E8}" dt="2026-10-06T11:17:13.025" v="1573"/>
          <ac:spMkLst>
            <pc:docMk/>
            <pc:sldMk cId="0" sldId="260"/>
            <ac:spMk id="32" creationId="{5DEB35B8-6E3D-4F55-B342-7BAD31700A64}"/>
          </ac:spMkLst>
        </pc:spChg>
        <pc:spChg chg="add mod">
          <ac:chgData name="Văn Hậu Trần" userId="ba3d183d092c7775" providerId="LiveId" clId="{23202FAE-865D-4AC6-AADD-356CE0E2B0E8}" dt="2026-10-06T11:17:13.029" v="1576"/>
          <ac:spMkLst>
            <pc:docMk/>
            <pc:sldMk cId="0" sldId="260"/>
            <ac:spMk id="33" creationId="{7CF92503-1AEA-461E-9CFE-4C149FAAE863}"/>
          </ac:spMkLst>
        </pc:spChg>
        <pc:spChg chg="add mod">
          <ac:chgData name="Văn Hậu Trần" userId="ba3d183d092c7775" providerId="LiveId" clId="{23202FAE-865D-4AC6-AADD-356CE0E2B0E8}" dt="2026-10-06T11:17:13.036" v="1581"/>
          <ac:spMkLst>
            <pc:docMk/>
            <pc:sldMk cId="0" sldId="260"/>
            <ac:spMk id="34" creationId="{14B07469-82A3-4D6A-AAA6-D5591DE5513C}"/>
          </ac:spMkLst>
        </pc:spChg>
        <pc:spChg chg="add mod">
          <ac:chgData name="Văn Hậu Trần" userId="ba3d183d092c7775" providerId="LiveId" clId="{23202FAE-865D-4AC6-AADD-356CE0E2B0E8}" dt="2026-10-06T11:17:13.040" v="1584"/>
          <ac:spMkLst>
            <pc:docMk/>
            <pc:sldMk cId="0" sldId="260"/>
            <ac:spMk id="35" creationId="{EF0C4770-2003-4F52-9526-45FAF1FA00CF}"/>
          </ac:spMkLst>
        </pc:spChg>
        <pc:spChg chg="add mod">
          <ac:chgData name="Văn Hậu Trần" userId="ba3d183d092c7775" providerId="LiveId" clId="{23202FAE-865D-4AC6-AADD-356CE0E2B0E8}" dt="2026-10-06T11:17:13.043" v="1587"/>
          <ac:spMkLst>
            <pc:docMk/>
            <pc:sldMk cId="0" sldId="260"/>
            <ac:spMk id="36" creationId="{0843FA9E-9598-431D-972E-7DCB46AB3BEC}"/>
          </ac:spMkLst>
        </pc:spChg>
        <pc:spChg chg="add mod">
          <ac:chgData name="Văn Hậu Trần" userId="ba3d183d092c7775" providerId="LiveId" clId="{23202FAE-865D-4AC6-AADD-356CE0E2B0E8}" dt="2026-10-06T11:17:13.049" v="1592"/>
          <ac:spMkLst>
            <pc:docMk/>
            <pc:sldMk cId="0" sldId="260"/>
            <ac:spMk id="37" creationId="{1B9473D7-FA1A-4888-AE19-C7F69E394880}"/>
          </ac:spMkLst>
        </pc:spChg>
        <pc:spChg chg="add mod">
          <ac:chgData name="Văn Hậu Trần" userId="ba3d183d092c7775" providerId="LiveId" clId="{23202FAE-865D-4AC6-AADD-356CE0E2B0E8}" dt="2026-10-06T11:17:13.053" v="1595"/>
          <ac:spMkLst>
            <pc:docMk/>
            <pc:sldMk cId="0" sldId="260"/>
            <ac:spMk id="38" creationId="{057BF4A4-741A-4F89-97E5-6EA761B04AF6}"/>
          </ac:spMkLst>
        </pc:spChg>
        <pc:spChg chg="add mod">
          <ac:chgData name="Văn Hậu Trần" userId="ba3d183d092c7775" providerId="LiveId" clId="{23202FAE-865D-4AC6-AADD-356CE0E2B0E8}" dt="2026-10-06T11:17:13.056" v="1598"/>
          <ac:spMkLst>
            <pc:docMk/>
            <pc:sldMk cId="0" sldId="260"/>
            <ac:spMk id="39" creationId="{00C57A26-2544-4100-8588-5E00926544C6}"/>
          </ac:spMkLst>
        </pc:spChg>
        <pc:spChg chg="add mod">
          <ac:chgData name="Văn Hậu Trần" userId="ba3d183d092c7775" providerId="LiveId" clId="{23202FAE-865D-4AC6-AADD-356CE0E2B0E8}" dt="2026-10-06T11:17:13.060" v="1603"/>
          <ac:spMkLst>
            <pc:docMk/>
            <pc:sldMk cId="0" sldId="260"/>
            <ac:spMk id="40" creationId="{1871F9D2-B3CD-4043-87B5-0B55C56A227D}"/>
          </ac:spMkLst>
        </pc:spChg>
        <pc:spChg chg="add mod">
          <ac:chgData name="Văn Hậu Trần" userId="ba3d183d092c7775" providerId="LiveId" clId="{23202FAE-865D-4AC6-AADD-356CE0E2B0E8}" dt="2026-10-06T11:17:13.064" v="1606"/>
          <ac:spMkLst>
            <pc:docMk/>
            <pc:sldMk cId="0" sldId="260"/>
            <ac:spMk id="41" creationId="{7DAEA485-ACB8-46F1-B0F0-CDCCDBA6F1E6}"/>
          </ac:spMkLst>
        </pc:spChg>
        <pc:spChg chg="add mod">
          <ac:chgData name="Văn Hậu Trần" userId="ba3d183d092c7775" providerId="LiveId" clId="{23202FAE-865D-4AC6-AADD-356CE0E2B0E8}" dt="2026-10-06T11:17:13.067" v="1609"/>
          <ac:spMkLst>
            <pc:docMk/>
            <pc:sldMk cId="0" sldId="260"/>
            <ac:spMk id="42" creationId="{A830982A-A0E9-4189-A905-BAA57F4FF23F}"/>
          </ac:spMkLst>
        </pc:spChg>
        <pc:spChg chg="add mod">
          <ac:chgData name="Văn Hậu Trần" userId="ba3d183d092c7775" providerId="LiveId" clId="{23202FAE-865D-4AC6-AADD-356CE0E2B0E8}" dt="2026-10-06T11:17:13.073" v="1614"/>
          <ac:spMkLst>
            <pc:docMk/>
            <pc:sldMk cId="0" sldId="260"/>
            <ac:spMk id="43" creationId="{2C8B4916-E394-4FC5-A9A0-B09EB0AA0FA0}"/>
          </ac:spMkLst>
        </pc:spChg>
        <pc:spChg chg="add mod">
          <ac:chgData name="Văn Hậu Trần" userId="ba3d183d092c7775" providerId="LiveId" clId="{23202FAE-865D-4AC6-AADD-356CE0E2B0E8}" dt="2026-10-06T11:17:13.075" v="1617"/>
          <ac:spMkLst>
            <pc:docMk/>
            <pc:sldMk cId="0" sldId="260"/>
            <ac:spMk id="44" creationId="{16D2D314-8B0A-4E87-A0C2-9D6016EB0287}"/>
          </ac:spMkLst>
        </pc:spChg>
        <pc:spChg chg="add mod">
          <ac:chgData name="Văn Hậu Trần" userId="ba3d183d092c7775" providerId="LiveId" clId="{23202FAE-865D-4AC6-AADD-356CE0E2B0E8}" dt="2026-10-06T11:17:13.078" v="1620"/>
          <ac:spMkLst>
            <pc:docMk/>
            <pc:sldMk cId="0" sldId="260"/>
            <ac:spMk id="45" creationId="{BF06C1ED-A2A5-436E-A143-0815B63901BF}"/>
          </ac:spMkLst>
        </pc:spChg>
        <pc:spChg chg="add mod">
          <ac:chgData name="Văn Hậu Trần" userId="ba3d183d092c7775" providerId="LiveId" clId="{23202FAE-865D-4AC6-AADD-356CE0E2B0E8}" dt="2026-10-06T11:17:13.084" v="1625"/>
          <ac:spMkLst>
            <pc:docMk/>
            <pc:sldMk cId="0" sldId="260"/>
            <ac:spMk id="46" creationId="{FB9A4567-52EF-4977-97CE-A52037B97C0F}"/>
          </ac:spMkLst>
        </pc:spChg>
        <pc:spChg chg="add mod">
          <ac:chgData name="Văn Hậu Trần" userId="ba3d183d092c7775" providerId="LiveId" clId="{23202FAE-865D-4AC6-AADD-356CE0E2B0E8}" dt="2026-10-06T11:17:13.088" v="1628"/>
          <ac:spMkLst>
            <pc:docMk/>
            <pc:sldMk cId="0" sldId="260"/>
            <ac:spMk id="47" creationId="{CF6B2F67-0BB1-41F7-A472-DD17F59C2CC8}"/>
          </ac:spMkLst>
        </pc:spChg>
        <pc:spChg chg="add mod">
          <ac:chgData name="Văn Hậu Trần" userId="ba3d183d092c7775" providerId="LiveId" clId="{23202FAE-865D-4AC6-AADD-356CE0E2B0E8}" dt="2026-10-06T11:17:13.092" v="1631"/>
          <ac:spMkLst>
            <pc:docMk/>
            <pc:sldMk cId="0" sldId="260"/>
            <ac:spMk id="48" creationId="{782A3931-3814-4262-ADF6-9B63C227DE3A}"/>
          </ac:spMkLst>
        </pc:spChg>
        <pc:spChg chg="add mod">
          <ac:chgData name="Văn Hậu Trần" userId="ba3d183d092c7775" providerId="LiveId" clId="{23202FAE-865D-4AC6-AADD-356CE0E2B0E8}" dt="2026-10-06T11:17:13.095" v="1636"/>
          <ac:spMkLst>
            <pc:docMk/>
            <pc:sldMk cId="0" sldId="260"/>
            <ac:spMk id="49" creationId="{B709C3A3-1DB4-48A6-97EF-4E13685366E7}"/>
          </ac:spMkLst>
        </pc:spChg>
        <pc:spChg chg="add mod">
          <ac:chgData name="Văn Hậu Trần" userId="ba3d183d092c7775" providerId="LiveId" clId="{23202FAE-865D-4AC6-AADD-356CE0E2B0E8}" dt="2026-10-06T11:17:13.097" v="1639"/>
          <ac:spMkLst>
            <pc:docMk/>
            <pc:sldMk cId="0" sldId="260"/>
            <ac:spMk id="50" creationId="{C4D8DD53-47A1-46E6-B7E4-B1F25F20DEA6}"/>
          </ac:spMkLst>
        </pc:spChg>
        <pc:spChg chg="add mod">
          <ac:chgData name="Văn Hậu Trần" userId="ba3d183d092c7775" providerId="LiveId" clId="{23202FAE-865D-4AC6-AADD-356CE0E2B0E8}" dt="2026-10-06T11:17:13.098" v="1642"/>
          <ac:spMkLst>
            <pc:docMk/>
            <pc:sldMk cId="0" sldId="260"/>
            <ac:spMk id="51" creationId="{A1ED097A-AE2E-4752-BB3C-1068C3E1C636}"/>
          </ac:spMkLst>
        </pc:spChg>
        <pc:spChg chg="add mod">
          <ac:chgData name="Văn Hậu Trần" userId="ba3d183d092c7775" providerId="LiveId" clId="{23202FAE-865D-4AC6-AADD-356CE0E2B0E8}" dt="2026-10-06T11:17:13.107" v="1647"/>
          <ac:spMkLst>
            <pc:docMk/>
            <pc:sldMk cId="0" sldId="260"/>
            <ac:spMk id="52" creationId="{DC099919-0ABD-4098-9EF0-2FA2C30AA37A}"/>
          </ac:spMkLst>
        </pc:spChg>
        <pc:spChg chg="add mod">
          <ac:chgData name="Văn Hậu Trần" userId="ba3d183d092c7775" providerId="LiveId" clId="{23202FAE-865D-4AC6-AADD-356CE0E2B0E8}" dt="2026-10-06T11:17:13.110" v="1650"/>
          <ac:spMkLst>
            <pc:docMk/>
            <pc:sldMk cId="0" sldId="260"/>
            <ac:spMk id="53" creationId="{6B9AC8CC-8310-464B-8830-701D55F7CD01}"/>
          </ac:spMkLst>
        </pc:spChg>
        <pc:spChg chg="add mod">
          <ac:chgData name="Văn Hậu Trần" userId="ba3d183d092c7775" providerId="LiveId" clId="{23202FAE-865D-4AC6-AADD-356CE0E2B0E8}" dt="2026-10-06T11:17:13.112" v="1653"/>
          <ac:spMkLst>
            <pc:docMk/>
            <pc:sldMk cId="0" sldId="260"/>
            <ac:spMk id="54" creationId="{E9D460FA-42F9-47BC-AB31-72554475E748}"/>
          </ac:spMkLst>
        </pc:spChg>
        <pc:spChg chg="add mod">
          <ac:chgData name="Văn Hậu Trần" userId="ba3d183d092c7775" providerId="LiveId" clId="{23202FAE-865D-4AC6-AADD-356CE0E2B0E8}" dt="2026-10-06T11:17:13.116" v="1658"/>
          <ac:spMkLst>
            <pc:docMk/>
            <pc:sldMk cId="0" sldId="260"/>
            <ac:spMk id="55" creationId="{C3AA2426-8CD1-4A64-8F03-AEFD88702C50}"/>
          </ac:spMkLst>
        </pc:spChg>
      </pc:sldChg>
      <pc:sldChg chg="modSp del mod">
        <pc:chgData name="Văn Hậu Trần" userId="ba3d183d092c7775" providerId="LiveId" clId="{23202FAE-865D-4AC6-AADD-356CE0E2B0E8}" dt="2026-10-06T11:22:07.309" v="2024"/>
        <pc:sldMkLst>
          <pc:docMk/>
          <pc:sldMk cId="0" sldId="261"/>
        </pc:sldMkLst>
        <pc:spChg chg="mod">
          <ac:chgData name="Văn Hậu Trần" userId="ba3d183d092c7775" providerId="LiveId" clId="{23202FAE-865D-4AC6-AADD-356CE0E2B0E8}" dt="2026-10-06T11:21:46.980" v="188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82" v="18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84" v="1894"/>
          <ac:spMkLst>
            <pc:docMk/>
            <pc:sldMk cId="0" sldId="261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86" v="189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90" v="190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92" v="19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93" v="190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96" v="1909"/>
          <ac:spMkLst>
            <pc:docMk/>
            <pc:sldMk cId="0" sldId="261"/>
            <ac:spMk id="1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6.998" v="1913"/>
          <ac:spMkLst>
            <pc:docMk/>
            <pc:sldMk cId="0" sldId="261"/>
            <ac:spMk id="1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" v="191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1" v="1918"/>
          <ac:spMkLst>
            <pc:docMk/>
            <pc:sldMk cId="0" sldId="261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2" v="192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3" v="192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5" v="1928"/>
          <ac:spMkLst>
            <pc:docMk/>
            <pc:sldMk cId="0" sldId="261"/>
            <ac:spMk id="2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7" v="1932"/>
          <ac:spMkLst>
            <pc:docMk/>
            <pc:sldMk cId="0" sldId="261"/>
            <ac:spMk id="2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7" v="193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09" v="193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11" v="1939"/>
          <ac:spMkLst>
            <pc:docMk/>
            <pc:sldMk cId="0" sldId="261"/>
            <ac:spMk id="2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13" v="194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1:47.015" v="1947"/>
          <ac:spMkLst>
            <pc:docMk/>
            <pc:sldMk cId="0" sldId="261"/>
            <ac:spMk id="29" creationId="{00000000-0000-0000-0000-000000000000}"/>
          </ac:spMkLst>
        </pc:spChg>
      </pc:sldChg>
      <pc:sldChg chg="delSp del mod">
        <pc:chgData name="Văn Hậu Trần" userId="ba3d183d092c7775" providerId="LiveId" clId="{23202FAE-865D-4AC6-AADD-356CE0E2B0E8}" dt="2026-10-06T11:27:38.155" v="2493" actId="47"/>
        <pc:sldMkLst>
          <pc:docMk/>
          <pc:sldMk cId="0" sldId="262"/>
        </pc:sldMkLst>
        <pc:spChg chg="del">
          <ac:chgData name="Văn Hậu Trần" userId="ba3d183d092c7775" providerId="LiveId" clId="{23202FAE-865D-4AC6-AADD-356CE0E2B0E8}" dt="2026-10-06T11:07:40.726" v="1072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07:48.694" v="1073" actId="478"/>
          <ac:spMkLst>
            <pc:docMk/>
            <pc:sldMk cId="0" sldId="262"/>
            <ac:spMk id="17" creationId="{00000000-0000-0000-0000-000000000000}"/>
          </ac:spMkLst>
        </pc:spChg>
      </pc:sldChg>
      <pc:sldChg chg="delSp modSp mod">
        <pc:chgData name="Văn Hậu Trần" userId="ba3d183d092c7775" providerId="LiveId" clId="{23202FAE-865D-4AC6-AADD-356CE0E2B0E8}" dt="2026-10-06T11:29:06.299" v="2610" actId="20577"/>
        <pc:sldMkLst>
          <pc:docMk/>
          <pc:sldMk cId="0" sldId="263"/>
        </pc:sldMkLst>
        <pc:spChg chg="mod">
          <ac:chgData name="Văn Hậu Trần" userId="ba3d183d092c7775" providerId="LiveId" clId="{23202FAE-865D-4AC6-AADD-356CE0E2B0E8}" dt="2026-10-06T11:29:06.299" v="2610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Văn Hậu Trần" userId="ba3d183d092c7775" providerId="LiveId" clId="{23202FAE-865D-4AC6-AADD-356CE0E2B0E8}" dt="2026-10-06T11:13:46.118" v="1508" actId="478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Văn Hậu Trần" userId="ba3d183d092c7775" providerId="LiveId" clId="{23202FAE-865D-4AC6-AADD-356CE0E2B0E8}" dt="2026-10-06T11:09:38.853" v="1075" actId="478"/>
          <ac:spMkLst>
            <pc:docMk/>
            <pc:sldMk cId="0" sldId="263"/>
            <ac:spMk id="11" creationId="{00000000-0000-0000-0000-000000000000}"/>
          </ac:spMkLst>
        </pc:spChg>
      </pc:sldChg>
      <pc:sldChg chg="del">
        <pc:chgData name="Văn Hậu Trần" userId="ba3d183d092c7775" providerId="LiveId" clId="{23202FAE-865D-4AC6-AADD-356CE0E2B0E8}" dt="2026-10-06T11:04:57.893" v="1039" actId="47"/>
        <pc:sldMkLst>
          <pc:docMk/>
          <pc:sldMk cId="0" sldId="264"/>
        </pc:sldMkLst>
      </pc:sldChg>
      <pc:sldChg chg="delSp modSp del mod">
        <pc:chgData name="Văn Hậu Trần" userId="ba3d183d092c7775" providerId="LiveId" clId="{23202FAE-865D-4AC6-AADD-356CE0E2B0E8}" dt="2026-10-06T11:40:05.003" v="2969" actId="47"/>
        <pc:sldMkLst>
          <pc:docMk/>
          <pc:sldMk cId="0" sldId="265"/>
        </pc:sldMkLst>
        <pc:spChg chg="mod">
          <ac:chgData name="Văn Hậu Trần" userId="ba3d183d092c7775" providerId="LiveId" clId="{23202FAE-865D-4AC6-AADD-356CE0E2B0E8}" dt="2026-10-06T11:18:00.369" v="1667" actId="20577"/>
          <ac:spMkLst>
            <pc:docMk/>
            <pc:sldMk cId="0" sldId="265"/>
            <ac:spMk id="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3:40.281" v="1506" actId="478"/>
          <ac:spMkLst>
            <pc:docMk/>
            <pc:sldMk cId="0" sldId="265"/>
            <ac:spMk id="6" creationId="{00000000-0000-0000-0000-000000000000}"/>
          </ac:spMkLst>
        </pc:spChg>
      </pc:sldChg>
      <pc:sldChg chg="addSp delSp modSp mod">
        <pc:chgData name="Văn Hậu Trần" userId="ba3d183d092c7775" providerId="LiveId" clId="{23202FAE-865D-4AC6-AADD-356CE0E2B0E8}" dt="2026-10-06T11:13:36.435" v="1505" actId="1076"/>
        <pc:sldMkLst>
          <pc:docMk/>
          <pc:sldMk cId="0" sldId="266"/>
        </pc:sldMkLst>
        <pc:spChg chg="mod">
          <ac:chgData name="Văn Hậu Trần" userId="ba3d183d092c7775" providerId="LiveId" clId="{23202FAE-865D-4AC6-AADD-356CE0E2B0E8}" dt="2026-10-06T11:12:34.301" v="1433" actId="20577"/>
          <ac:spMkLst>
            <pc:docMk/>
            <pc:sldMk cId="0" sldId="266"/>
            <ac:spMk id="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1:51.969" v="1333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3:36.435" v="1505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3:36.435" v="1505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3:36.435" v="1505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3:36.435" v="1505" actId="1076"/>
          <ac:spMkLst>
            <pc:docMk/>
            <pc:sldMk cId="0" sldId="266"/>
            <ac:spMk id="14" creationId="{00000000-0000-0000-0000-000000000000}"/>
          </ac:spMkLst>
        </pc:spChg>
        <pc:spChg chg="del mod">
          <ac:chgData name="Văn Hậu Trần" userId="ba3d183d092c7775" providerId="LiveId" clId="{23202FAE-865D-4AC6-AADD-356CE0E2B0E8}" dt="2026-10-06T11:10:19.703" v="1077" actId="478"/>
          <ac:spMkLst>
            <pc:docMk/>
            <pc:sldMk cId="0" sldId="266"/>
            <ac:spMk id="15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11:13:27.019" v="1504" actId="1076"/>
          <ac:spMkLst>
            <pc:docMk/>
            <pc:sldMk cId="0" sldId="266"/>
            <ac:spMk id="17" creationId="{E8D77D0A-59C9-C324-A9E3-29A91DFF1E31}"/>
          </ac:spMkLst>
        </pc:spChg>
      </pc:sldChg>
      <pc:sldChg chg="delSp modSp mod">
        <pc:chgData name="Văn Hậu Trần" userId="ba3d183d092c7775" providerId="LiveId" clId="{23202FAE-865D-4AC6-AADD-356CE0E2B0E8}" dt="2026-10-06T11:18:33.910" v="1755" actId="20577"/>
        <pc:sldMkLst>
          <pc:docMk/>
          <pc:sldMk cId="0" sldId="267"/>
        </pc:sldMkLst>
        <pc:spChg chg="mod">
          <ac:chgData name="Văn Hậu Trần" userId="ba3d183d092c7775" providerId="LiveId" clId="{23202FAE-865D-4AC6-AADD-356CE0E2B0E8}" dt="2026-10-06T11:11:46.346" v="1332" actId="20577"/>
          <ac:spMkLst>
            <pc:docMk/>
            <pc:sldMk cId="0" sldId="267"/>
            <ac:spMk id="5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10:25.130" v="1078" actId="478"/>
          <ac:spMkLst>
            <pc:docMk/>
            <pc:sldMk cId="0" sldId="267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8:33.910" v="1755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1:23.264" v="1304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1:30.759" v="1305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1:38.315" v="1307" actId="20577"/>
          <ac:spMkLst>
            <pc:docMk/>
            <pc:sldMk cId="0" sldId="267"/>
            <ac:spMk id="14" creationId="{00000000-0000-0000-0000-000000000000}"/>
          </ac:spMkLst>
        </pc:spChg>
      </pc:sldChg>
      <pc:sldChg chg="delSp modSp mod">
        <pc:chgData name="Văn Hậu Trần" userId="ba3d183d092c7775" providerId="LiveId" clId="{23202FAE-865D-4AC6-AADD-356CE0E2B0E8}" dt="2026-10-06T11:22:14.927" v="2082" actId="20577"/>
        <pc:sldMkLst>
          <pc:docMk/>
          <pc:sldMk cId="0" sldId="268"/>
        </pc:sldMkLst>
        <pc:spChg chg="mod">
          <ac:chgData name="Văn Hậu Trần" userId="ba3d183d092c7775" providerId="LiveId" clId="{23202FAE-865D-4AC6-AADD-356CE0E2B0E8}" dt="2026-10-06T11:22:14.927" v="2082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06.622" v="2022" actId="20577"/>
          <ac:spMkLst>
            <pc:docMk/>
            <pc:sldMk cId="0" sldId="268"/>
            <ac:spMk id="4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21:55.028" v="1948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Văn Hậu Trần" userId="ba3d183d092c7775" providerId="LiveId" clId="{23202FAE-865D-4AC6-AADD-356CE0E2B0E8}" dt="2026-10-06T11:21:55.596" v="1949" actId="478"/>
          <ac:spMkLst>
            <pc:docMk/>
            <pc:sldMk cId="0" sldId="268"/>
            <ac:spMk id="7" creationId="{00000000-0000-0000-0000-000000000000}"/>
          </ac:spMkLst>
        </pc:spChg>
      </pc:sldChg>
      <pc:sldChg chg="addSp modSp add del mod">
        <pc:chgData name="Văn Hậu Trần" userId="ba3d183d092c7775" providerId="LiveId" clId="{23202FAE-865D-4AC6-AADD-356CE0E2B0E8}" dt="2026-10-06T09:47:49.806" v="278"/>
        <pc:sldMkLst>
          <pc:docMk/>
          <pc:sldMk cId="2442799610" sldId="269"/>
        </pc:sldMkLst>
        <pc:spChg chg="mod">
          <ac:chgData name="Văn Hậu Trần" userId="ba3d183d092c7775" providerId="LiveId" clId="{23202FAE-865D-4AC6-AADD-356CE0E2B0E8}" dt="2026-10-06T09:47:37.510" v="261"/>
          <ac:spMkLst>
            <pc:docMk/>
            <pc:sldMk cId="2442799610" sldId="269"/>
            <ac:spMk id="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7:37.510" v="265"/>
          <ac:spMkLst>
            <pc:docMk/>
            <pc:sldMk cId="2442799610" sldId="269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7:37.515" v="269"/>
          <ac:spMkLst>
            <pc:docMk/>
            <pc:sldMk cId="2442799610" sldId="269"/>
            <ac:spMk id="7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09:47:37.537" v="276"/>
          <ac:spMkLst>
            <pc:docMk/>
            <pc:sldMk cId="2442799610" sldId="269"/>
            <ac:spMk id="8" creationId="{D8CBA9FE-DD68-4226-A9A5-F60428000CEC}"/>
          </ac:spMkLst>
        </pc:spChg>
        <pc:spChg chg="mod">
          <ac:chgData name="Văn Hậu Trần" userId="ba3d183d092c7775" providerId="LiveId" clId="{23202FAE-865D-4AC6-AADD-356CE0E2B0E8}" dt="2026-10-06T09:47:37.519" v="273"/>
          <ac:spMkLst>
            <pc:docMk/>
            <pc:sldMk cId="2442799610" sldId="269"/>
            <ac:spMk id="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34.657" v="255"/>
          <ac:spMkLst>
            <pc:docMk/>
            <pc:sldMk cId="2442799610" sldId="269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34.657" v="257"/>
          <ac:spMkLst>
            <pc:docMk/>
            <pc:sldMk cId="2442799610" sldId="269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45:34.641" v="245"/>
          <ac:spMkLst>
            <pc:docMk/>
            <pc:sldMk cId="2442799610" sldId="269"/>
            <ac:spMk id="13" creationId="{00000000-0000-0000-0000-000000000000}"/>
          </ac:spMkLst>
        </pc:spChg>
      </pc:sldChg>
      <pc:sldChg chg="modSp add mod">
        <pc:chgData name="Văn Hậu Trần" userId="ba3d183d092c7775" providerId="LiveId" clId="{23202FAE-865D-4AC6-AADD-356CE0E2B0E8}" dt="2026-10-06T11:30:49.537" v="2790" actId="20577"/>
        <pc:sldMkLst>
          <pc:docMk/>
          <pc:sldMk cId="3480922678" sldId="270"/>
        </pc:sldMkLst>
        <pc:spChg chg="mod">
          <ac:chgData name="Văn Hậu Trần" userId="ba3d183d092c7775" providerId="LiveId" clId="{23202FAE-865D-4AC6-AADD-356CE0E2B0E8}" dt="2026-10-06T11:30:30.834" v="2746" actId="113"/>
          <ac:spMkLst>
            <pc:docMk/>
            <pc:sldMk cId="3480922678" sldId="270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0:49.537" v="2790" actId="20577"/>
          <ac:spMkLst>
            <pc:docMk/>
            <pc:sldMk cId="3480922678" sldId="270"/>
            <ac:spMk id="8" creationId="{D8CBA9FE-DD68-4226-A9A5-F60428000CEC}"/>
          </ac:spMkLst>
        </pc:spChg>
        <pc:spChg chg="mod">
          <ac:chgData name="Văn Hậu Trần" userId="ba3d183d092c7775" providerId="LiveId" clId="{23202FAE-865D-4AC6-AADD-356CE0E2B0E8}" dt="2026-10-06T11:30:04.172" v="2707" actId="20577"/>
          <ac:spMkLst>
            <pc:docMk/>
            <pc:sldMk cId="3480922678" sldId="270"/>
            <ac:spMk id="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0:19.306" v="2743" actId="20577"/>
          <ac:spMkLst>
            <pc:docMk/>
            <pc:sldMk cId="3480922678" sldId="270"/>
            <ac:spMk id="10" creationId="{00000000-0000-0000-0000-000000000000}"/>
          </ac:spMkLst>
        </pc:spChg>
      </pc:sldChg>
      <pc:sldChg chg="addSp delSp modSp add mod">
        <pc:chgData name="Văn Hậu Trần" userId="ba3d183d092c7775" providerId="LiveId" clId="{23202FAE-865D-4AC6-AADD-356CE0E2B0E8}" dt="2026-10-06T11:23:37.508" v="2295" actId="20577"/>
        <pc:sldMkLst>
          <pc:docMk/>
          <pc:sldMk cId="2741488444" sldId="271"/>
        </pc:sldMkLst>
        <pc:spChg chg="mod">
          <ac:chgData name="Văn Hậu Trần" userId="ba3d183d092c7775" providerId="LiveId" clId="{23202FAE-865D-4AC6-AADD-356CE0E2B0E8}" dt="2026-10-06T09:50:16.760" v="323"/>
          <ac:spMkLst>
            <pc:docMk/>
            <pc:sldMk cId="2741488444" sldId="271"/>
            <ac:spMk id="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50:16.766" v="325"/>
          <ac:spMkLst>
            <pc:docMk/>
            <pc:sldMk cId="2741488444" sldId="271"/>
            <ac:spMk id="5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09:56:47.031" v="362"/>
          <ac:spMkLst>
            <pc:docMk/>
            <pc:sldMk cId="2741488444" sldId="271"/>
            <ac:spMk id="6" creationId="{51FD4195-A5D3-47D8-90E8-881F68B4D703}"/>
          </ac:spMkLst>
        </pc:spChg>
        <pc:spChg chg="mod">
          <ac:chgData name="Văn Hậu Trần" userId="ba3d183d092c7775" providerId="LiveId" clId="{23202FAE-865D-4AC6-AADD-356CE0E2B0E8}" dt="2026-10-06T11:23:28.559" v="2256" actId="20577"/>
          <ac:spMkLst>
            <pc:docMk/>
            <pc:sldMk cId="2741488444" sldId="271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09:56:47.014" v="347"/>
          <ac:spMkLst>
            <pc:docMk/>
            <pc:sldMk cId="2741488444" sldId="271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37.508" v="2295" actId="20577"/>
          <ac:spMkLst>
            <pc:docMk/>
            <pc:sldMk cId="2741488444" sldId="271"/>
            <ac:spMk id="14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09:56:47.031" v="365"/>
          <ac:spMkLst>
            <pc:docMk/>
            <pc:sldMk cId="2741488444" sldId="271"/>
            <ac:spMk id="15" creationId="{A3F54C28-1A38-4DF2-9853-4155FE0E54BD}"/>
          </ac:spMkLst>
        </pc:spChg>
        <pc:spChg chg="add mod">
          <ac:chgData name="Văn Hậu Trần" userId="ba3d183d092c7775" providerId="LiveId" clId="{23202FAE-865D-4AC6-AADD-356CE0E2B0E8}" dt="2026-10-06T09:56:47.031" v="376"/>
          <ac:spMkLst>
            <pc:docMk/>
            <pc:sldMk cId="2741488444" sldId="271"/>
            <ac:spMk id="16" creationId="{20B4396E-4947-4846-9B6B-D7B318DBE378}"/>
          </ac:spMkLst>
        </pc:spChg>
        <pc:spChg chg="del mod">
          <ac:chgData name="Văn Hậu Trần" userId="ba3d183d092c7775" providerId="LiveId" clId="{23202FAE-865D-4AC6-AADD-356CE0E2B0E8}" dt="2026-10-06T09:54:31.743" v="339" actId="478"/>
          <ac:spMkLst>
            <pc:docMk/>
            <pc:sldMk cId="2741488444" sldId="271"/>
            <ac:spMk id="17" creationId="{510E20D2-06E9-40B6-98DB-1FEB221BADC3}"/>
          </ac:spMkLst>
        </pc:spChg>
        <pc:spChg chg="del mod">
          <ac:chgData name="Văn Hậu Trần" userId="ba3d183d092c7775" providerId="LiveId" clId="{23202FAE-865D-4AC6-AADD-356CE0E2B0E8}" dt="2026-10-06T09:54:30.779" v="338" actId="478"/>
          <ac:spMkLst>
            <pc:docMk/>
            <pc:sldMk cId="2741488444" sldId="271"/>
            <ac:spMk id="18" creationId="{B80B5136-74ED-4545-94BA-58D2A3422BFE}"/>
          </ac:spMkLst>
        </pc:spChg>
        <pc:spChg chg="add mod">
          <ac:chgData name="Văn Hậu Trần" userId="ba3d183d092c7775" providerId="LiveId" clId="{23202FAE-865D-4AC6-AADD-356CE0E2B0E8}" dt="2026-10-06T09:56:47.031" v="379"/>
          <ac:spMkLst>
            <pc:docMk/>
            <pc:sldMk cId="2741488444" sldId="271"/>
            <ac:spMk id="19" creationId="{61762800-F35C-4E4C-9D7B-9F36779C8289}"/>
          </ac:spMkLst>
        </pc:spChg>
        <pc:spChg chg="add mod">
          <ac:chgData name="Văn Hậu Trần" userId="ba3d183d092c7775" providerId="LiveId" clId="{23202FAE-865D-4AC6-AADD-356CE0E2B0E8}" dt="2026-10-06T09:56:47.046" v="390"/>
          <ac:spMkLst>
            <pc:docMk/>
            <pc:sldMk cId="2741488444" sldId="271"/>
            <ac:spMk id="20" creationId="{7C64AEC8-EFA6-468A-85E8-98641B10C501}"/>
          </ac:spMkLst>
        </pc:spChg>
        <pc:spChg chg="add mod">
          <ac:chgData name="Văn Hậu Trần" userId="ba3d183d092c7775" providerId="LiveId" clId="{23202FAE-865D-4AC6-AADD-356CE0E2B0E8}" dt="2026-10-06T09:56:47.047" v="393"/>
          <ac:spMkLst>
            <pc:docMk/>
            <pc:sldMk cId="2741488444" sldId="271"/>
            <ac:spMk id="21" creationId="{7F81A7BD-AEDE-4079-99BD-BDA611443367}"/>
          </ac:spMkLst>
        </pc:spChg>
        <pc:spChg chg="add mod">
          <ac:chgData name="Văn Hậu Trần" userId="ba3d183d092c7775" providerId="LiveId" clId="{23202FAE-865D-4AC6-AADD-356CE0E2B0E8}" dt="2026-10-06T09:56:47.050" v="404"/>
          <ac:spMkLst>
            <pc:docMk/>
            <pc:sldMk cId="2741488444" sldId="271"/>
            <ac:spMk id="22" creationId="{42CEB291-1364-4FF0-8E97-655C3847A6AA}"/>
          </ac:spMkLst>
        </pc:spChg>
        <pc:spChg chg="add mod">
          <ac:chgData name="Văn Hậu Trần" userId="ba3d183d092c7775" providerId="LiveId" clId="{23202FAE-865D-4AC6-AADD-356CE0E2B0E8}" dt="2026-10-06T09:56:47.050" v="414"/>
          <ac:spMkLst>
            <pc:docMk/>
            <pc:sldMk cId="2741488444" sldId="271"/>
            <ac:spMk id="23" creationId="{87A4CC1E-C4CC-49EF-9BF9-2863FF58F8DC}"/>
          </ac:spMkLst>
        </pc:spChg>
        <pc:spChg chg="add mod">
          <ac:chgData name="Văn Hậu Trần" userId="ba3d183d092c7775" providerId="LiveId" clId="{23202FAE-865D-4AC6-AADD-356CE0E2B0E8}" dt="2026-10-06T09:56:47.064" v="425"/>
          <ac:spMkLst>
            <pc:docMk/>
            <pc:sldMk cId="2741488444" sldId="271"/>
            <ac:spMk id="24" creationId="{26FEB165-603C-431B-A559-93AC89B4F9DC}"/>
          </ac:spMkLst>
        </pc:spChg>
        <pc:spChg chg="add mod">
          <ac:chgData name="Văn Hậu Trần" userId="ba3d183d092c7775" providerId="LiveId" clId="{23202FAE-865D-4AC6-AADD-356CE0E2B0E8}" dt="2026-10-06T09:56:47.064" v="428"/>
          <ac:spMkLst>
            <pc:docMk/>
            <pc:sldMk cId="2741488444" sldId="271"/>
            <ac:spMk id="25" creationId="{353FA0B0-C96A-471B-97E6-10E6BE830A5B}"/>
          </ac:spMkLst>
        </pc:spChg>
        <pc:spChg chg="add mod">
          <ac:chgData name="Văn Hậu Trần" userId="ba3d183d092c7775" providerId="LiveId" clId="{23202FAE-865D-4AC6-AADD-356CE0E2B0E8}" dt="2026-10-06T09:56:47.064" v="439"/>
          <ac:spMkLst>
            <pc:docMk/>
            <pc:sldMk cId="2741488444" sldId="271"/>
            <ac:spMk id="26" creationId="{3B57745C-A886-4EF1-BA0D-617648D638E7}"/>
          </ac:spMkLst>
        </pc:spChg>
        <pc:spChg chg="add mod">
          <ac:chgData name="Văn Hậu Trần" userId="ba3d183d092c7775" providerId="LiveId" clId="{23202FAE-865D-4AC6-AADD-356CE0E2B0E8}" dt="2026-10-06T09:56:47.064" v="442"/>
          <ac:spMkLst>
            <pc:docMk/>
            <pc:sldMk cId="2741488444" sldId="271"/>
            <ac:spMk id="27" creationId="{88E88F91-CAD6-47C8-A2F6-3E5CA38DB4FC}"/>
          </ac:spMkLst>
        </pc:spChg>
        <pc:spChg chg="add mod">
          <ac:chgData name="Văn Hậu Trần" userId="ba3d183d092c7775" providerId="LiveId" clId="{23202FAE-865D-4AC6-AADD-356CE0E2B0E8}" dt="2026-10-06T09:56:47.064" v="445"/>
          <ac:spMkLst>
            <pc:docMk/>
            <pc:sldMk cId="2741488444" sldId="271"/>
            <ac:spMk id="28" creationId="{A655E912-9DB3-4BDD-88C3-6B4087292BBE}"/>
          </ac:spMkLst>
        </pc:spChg>
        <pc:spChg chg="add mod">
          <ac:chgData name="Văn Hậu Trần" userId="ba3d183d092c7775" providerId="LiveId" clId="{23202FAE-865D-4AC6-AADD-356CE0E2B0E8}" dt="2026-10-06T09:56:47.064" v="448"/>
          <ac:spMkLst>
            <pc:docMk/>
            <pc:sldMk cId="2741488444" sldId="271"/>
            <ac:spMk id="29" creationId="{5E1328DC-DF93-4471-BCA5-D6CFE7638D32}"/>
          </ac:spMkLst>
        </pc:spChg>
        <pc:spChg chg="add mod">
          <ac:chgData name="Văn Hậu Trần" userId="ba3d183d092c7775" providerId="LiveId" clId="{23202FAE-865D-4AC6-AADD-356CE0E2B0E8}" dt="2026-10-06T09:56:47.080" v="459"/>
          <ac:spMkLst>
            <pc:docMk/>
            <pc:sldMk cId="2741488444" sldId="271"/>
            <ac:spMk id="30" creationId="{60150F3A-91D9-46AA-A1FF-012C14380324}"/>
          </ac:spMkLst>
        </pc:spChg>
        <pc:spChg chg="add mod">
          <ac:chgData name="Văn Hậu Trần" userId="ba3d183d092c7775" providerId="LiveId" clId="{23202FAE-865D-4AC6-AADD-356CE0E2B0E8}" dt="2026-10-06T09:56:47.080" v="470"/>
          <ac:spMkLst>
            <pc:docMk/>
            <pc:sldMk cId="2741488444" sldId="271"/>
            <ac:spMk id="31" creationId="{BCD5A94D-2576-4036-916F-75ED11622518}"/>
          </ac:spMkLst>
        </pc:spChg>
        <pc:spChg chg="add mod">
          <ac:chgData name="Văn Hậu Trần" userId="ba3d183d092c7775" providerId="LiveId" clId="{23202FAE-865D-4AC6-AADD-356CE0E2B0E8}" dt="2026-10-06T09:56:47.080" v="473"/>
          <ac:spMkLst>
            <pc:docMk/>
            <pc:sldMk cId="2741488444" sldId="271"/>
            <ac:spMk id="32" creationId="{E248B6F7-0B20-4ED5-B5FB-06F75E1D1BD9}"/>
          </ac:spMkLst>
        </pc:spChg>
        <pc:spChg chg="add mod">
          <ac:chgData name="Văn Hậu Trần" userId="ba3d183d092c7775" providerId="LiveId" clId="{23202FAE-865D-4AC6-AADD-356CE0E2B0E8}" dt="2026-10-06T09:56:47.080" v="476"/>
          <ac:spMkLst>
            <pc:docMk/>
            <pc:sldMk cId="2741488444" sldId="271"/>
            <ac:spMk id="33" creationId="{01436693-F6E6-4AA0-B376-623435F661EB}"/>
          </ac:spMkLst>
        </pc:spChg>
        <pc:spChg chg="add mod">
          <ac:chgData name="Văn Hậu Trần" userId="ba3d183d092c7775" providerId="LiveId" clId="{23202FAE-865D-4AC6-AADD-356CE0E2B0E8}" dt="2026-10-06T09:56:47.097" v="487"/>
          <ac:spMkLst>
            <pc:docMk/>
            <pc:sldMk cId="2741488444" sldId="271"/>
            <ac:spMk id="34" creationId="{FD4F6346-E516-455C-9826-F62349173905}"/>
          </ac:spMkLst>
        </pc:spChg>
        <pc:spChg chg="add mod">
          <ac:chgData name="Văn Hậu Trần" userId="ba3d183d092c7775" providerId="LiveId" clId="{23202FAE-865D-4AC6-AADD-356CE0E2B0E8}" dt="2026-10-06T09:56:47.097" v="498"/>
          <ac:spMkLst>
            <pc:docMk/>
            <pc:sldMk cId="2741488444" sldId="271"/>
            <ac:spMk id="35" creationId="{D6EB4DC8-1BA7-46A2-B6AA-02555C5E3A20}"/>
          </ac:spMkLst>
        </pc:spChg>
        <pc:spChg chg="add mod">
          <ac:chgData name="Văn Hậu Trần" userId="ba3d183d092c7775" providerId="LiveId" clId="{23202FAE-865D-4AC6-AADD-356CE0E2B0E8}" dt="2026-10-06T09:56:47.106" v="501"/>
          <ac:spMkLst>
            <pc:docMk/>
            <pc:sldMk cId="2741488444" sldId="271"/>
            <ac:spMk id="36" creationId="{5B9DD034-5762-4AD5-9D2C-FA9AF2C0197E}"/>
          </ac:spMkLst>
        </pc:spChg>
        <pc:spChg chg="add mod">
          <ac:chgData name="Văn Hậu Trần" userId="ba3d183d092c7775" providerId="LiveId" clId="{23202FAE-865D-4AC6-AADD-356CE0E2B0E8}" dt="2026-10-06T09:56:47.107" v="504"/>
          <ac:spMkLst>
            <pc:docMk/>
            <pc:sldMk cId="2741488444" sldId="271"/>
            <ac:spMk id="37" creationId="{95C2C5FD-C895-42C6-90B9-1B2272D0F492}"/>
          </ac:spMkLst>
        </pc:spChg>
        <pc:spChg chg="add mod">
          <ac:chgData name="Văn Hậu Trần" userId="ba3d183d092c7775" providerId="LiveId" clId="{23202FAE-865D-4AC6-AADD-356CE0E2B0E8}" dt="2026-10-06T09:56:47.107" v="515"/>
          <ac:spMkLst>
            <pc:docMk/>
            <pc:sldMk cId="2741488444" sldId="271"/>
            <ac:spMk id="38" creationId="{6E1773A5-F029-475C-8AF2-614701C9E144}"/>
          </ac:spMkLst>
        </pc:spChg>
        <pc:spChg chg="add mod">
          <ac:chgData name="Văn Hậu Trần" userId="ba3d183d092c7775" providerId="LiveId" clId="{23202FAE-865D-4AC6-AADD-356CE0E2B0E8}" dt="2026-10-06T09:56:47.113" v="526"/>
          <ac:spMkLst>
            <pc:docMk/>
            <pc:sldMk cId="2741488444" sldId="271"/>
            <ac:spMk id="39" creationId="{A773D513-FD0A-4331-A567-3DBA8E7E3F66}"/>
          </ac:spMkLst>
        </pc:spChg>
        <pc:spChg chg="add mod">
          <ac:chgData name="Văn Hậu Trần" userId="ba3d183d092c7775" providerId="LiveId" clId="{23202FAE-865D-4AC6-AADD-356CE0E2B0E8}" dt="2026-10-06T09:56:47.113" v="529"/>
          <ac:spMkLst>
            <pc:docMk/>
            <pc:sldMk cId="2741488444" sldId="271"/>
            <ac:spMk id="40" creationId="{B7D4EE3A-9212-409C-8897-901494400B17}"/>
          </ac:spMkLst>
        </pc:spChg>
      </pc:sldChg>
      <pc:sldChg chg="addSp modSp new del mod">
        <pc:chgData name="Văn Hậu Trần" userId="ba3d183d092c7775" providerId="LiveId" clId="{23202FAE-865D-4AC6-AADD-356CE0E2B0E8}" dt="2026-10-06T10:00:11.696" v="558"/>
        <pc:sldMkLst>
          <pc:docMk/>
          <pc:sldMk cId="428177310" sldId="272"/>
        </pc:sldMkLst>
        <pc:spChg chg="add mod">
          <ac:chgData name="Văn Hậu Trần" userId="ba3d183d092c7775" providerId="LiveId" clId="{23202FAE-865D-4AC6-AADD-356CE0E2B0E8}" dt="2026-10-06T09:59:58.357" v="542"/>
          <ac:spMkLst>
            <pc:docMk/>
            <pc:sldMk cId="428177310" sldId="272"/>
            <ac:spMk id="3" creationId="{BDCC7A61-E146-4B1E-A734-B3D29DF35D56}"/>
          </ac:spMkLst>
        </pc:spChg>
        <pc:spChg chg="add mod">
          <ac:chgData name="Văn Hậu Trần" userId="ba3d183d092c7775" providerId="LiveId" clId="{23202FAE-865D-4AC6-AADD-356CE0E2B0E8}" dt="2026-10-06T09:59:58.360" v="545"/>
          <ac:spMkLst>
            <pc:docMk/>
            <pc:sldMk cId="428177310" sldId="272"/>
            <ac:spMk id="4" creationId="{158ADADD-90DE-4EBA-9E39-7FCA9369D317}"/>
          </ac:spMkLst>
        </pc:spChg>
        <pc:spChg chg="add mod">
          <ac:chgData name="Văn Hậu Trần" userId="ba3d183d092c7775" providerId="LiveId" clId="{23202FAE-865D-4AC6-AADD-356CE0E2B0E8}" dt="2026-10-06T09:59:58.360" v="547"/>
          <ac:spMkLst>
            <pc:docMk/>
            <pc:sldMk cId="428177310" sldId="272"/>
            <ac:spMk id="5" creationId="{130DEEC7-1058-48E8-A902-4A076CF0FF4A}"/>
          </ac:spMkLst>
        </pc:spChg>
        <pc:spChg chg="add mod">
          <ac:chgData name="Văn Hậu Trần" userId="ba3d183d092c7775" providerId="LiveId" clId="{23202FAE-865D-4AC6-AADD-356CE0E2B0E8}" dt="2026-10-06T09:59:58.360" v="549"/>
          <ac:spMkLst>
            <pc:docMk/>
            <pc:sldMk cId="428177310" sldId="272"/>
            <ac:spMk id="6" creationId="{2A194B06-285A-4904-BBBC-085A0A3B34B0}"/>
          </ac:spMkLst>
        </pc:spChg>
        <pc:spChg chg="add mod">
          <ac:chgData name="Văn Hậu Trần" userId="ba3d183d092c7775" providerId="LiveId" clId="{23202FAE-865D-4AC6-AADD-356CE0E2B0E8}" dt="2026-10-06T09:59:58.372" v="552"/>
          <ac:spMkLst>
            <pc:docMk/>
            <pc:sldMk cId="428177310" sldId="272"/>
            <ac:spMk id="7" creationId="{B0000ED4-8317-4E89-88D4-B655C9BED55B}"/>
          </ac:spMkLst>
        </pc:spChg>
        <pc:spChg chg="add mod">
          <ac:chgData name="Văn Hậu Trần" userId="ba3d183d092c7775" providerId="LiveId" clId="{23202FAE-865D-4AC6-AADD-356CE0E2B0E8}" dt="2026-10-06T09:59:58.374" v="554"/>
          <ac:spMkLst>
            <pc:docMk/>
            <pc:sldMk cId="428177310" sldId="272"/>
            <ac:spMk id="8" creationId="{B542FFE8-0F68-44EC-9913-E9BF19D0699E}"/>
          </ac:spMkLst>
        </pc:spChg>
        <pc:spChg chg="add mod">
          <ac:chgData name="Văn Hậu Trần" userId="ba3d183d092c7775" providerId="LiveId" clId="{23202FAE-865D-4AC6-AADD-356CE0E2B0E8}" dt="2026-10-06T09:59:58.377" v="556"/>
          <ac:spMkLst>
            <pc:docMk/>
            <pc:sldMk cId="428177310" sldId="272"/>
            <ac:spMk id="9" creationId="{8059A526-481B-415B-A6DB-0D662E00688C}"/>
          </ac:spMkLst>
        </pc:spChg>
        <pc:picChg chg="add mod">
          <ac:chgData name="Văn Hậu Trần" userId="ba3d183d092c7775" providerId="LiveId" clId="{23202FAE-865D-4AC6-AADD-356CE0E2B0E8}" dt="2026-10-06T09:59:58.355" v="539"/>
          <ac:picMkLst>
            <pc:docMk/>
            <pc:sldMk cId="428177310" sldId="272"/>
            <ac:picMk id="2" creationId="{0AC3D38C-29E1-C26B-B870-37D73BB553BD}"/>
          </ac:picMkLst>
        </pc:picChg>
      </pc:sldChg>
      <pc:sldChg chg="modSp add mod">
        <pc:chgData name="Văn Hậu Trần" userId="ba3d183d092c7775" providerId="LiveId" clId="{23202FAE-865D-4AC6-AADD-356CE0E2B0E8}" dt="2026-10-06T11:20:33.513" v="1887" actId="20577"/>
        <pc:sldMkLst>
          <pc:docMk/>
          <pc:sldMk cId="198365786" sldId="273"/>
        </pc:sldMkLst>
        <pc:spChg chg="mod">
          <ac:chgData name="Văn Hậu Trần" userId="ba3d183d092c7775" providerId="LiveId" clId="{23202FAE-865D-4AC6-AADD-356CE0E2B0E8}" dt="2026-10-06T10:00:11.747" v="560"/>
          <ac:spMkLst>
            <pc:docMk/>
            <pc:sldMk cId="198365786" sldId="273"/>
            <ac:spMk id="5" creationId="{130DEEC7-1058-48E8-A902-4A076CF0FF4A}"/>
          </ac:spMkLst>
        </pc:spChg>
        <pc:spChg chg="mod">
          <ac:chgData name="Văn Hậu Trần" userId="ba3d183d092c7775" providerId="LiveId" clId="{23202FAE-865D-4AC6-AADD-356CE0E2B0E8}" dt="2026-10-06T11:20:33.513" v="1887" actId="20577"/>
          <ac:spMkLst>
            <pc:docMk/>
            <pc:sldMk cId="198365786" sldId="273"/>
            <ac:spMk id="6" creationId="{2A194B06-285A-4904-BBBC-085A0A3B34B0}"/>
          </ac:spMkLst>
        </pc:spChg>
        <pc:spChg chg="mod">
          <ac:chgData name="Văn Hậu Trần" userId="ba3d183d092c7775" providerId="LiveId" clId="{23202FAE-865D-4AC6-AADD-356CE0E2B0E8}" dt="2026-10-06T10:00:11.747" v="564"/>
          <ac:spMkLst>
            <pc:docMk/>
            <pc:sldMk cId="198365786" sldId="273"/>
            <ac:spMk id="8" creationId="{B542FFE8-0F68-44EC-9913-E9BF19D0699E}"/>
          </ac:spMkLst>
        </pc:spChg>
        <pc:spChg chg="mod">
          <ac:chgData name="Văn Hậu Trần" userId="ba3d183d092c7775" providerId="LiveId" clId="{23202FAE-865D-4AC6-AADD-356CE0E2B0E8}" dt="2026-10-06T10:00:11.747" v="566"/>
          <ac:spMkLst>
            <pc:docMk/>
            <pc:sldMk cId="198365786" sldId="273"/>
            <ac:spMk id="9" creationId="{8059A526-481B-415B-A6DB-0D662E00688C}"/>
          </ac:spMkLst>
        </pc:spChg>
      </pc:sldChg>
      <pc:sldChg chg="addSp modSp new mod">
        <pc:chgData name="Văn Hậu Trần" userId="ba3d183d092c7775" providerId="LiveId" clId="{23202FAE-865D-4AC6-AADD-356CE0E2B0E8}" dt="2026-10-06T11:07:14.423" v="1071" actId="1076"/>
        <pc:sldMkLst>
          <pc:docMk/>
          <pc:sldMk cId="1590753858" sldId="274"/>
        </pc:sldMkLst>
        <pc:picChg chg="add mod">
          <ac:chgData name="Văn Hậu Trần" userId="ba3d183d092c7775" providerId="LiveId" clId="{23202FAE-865D-4AC6-AADD-356CE0E2B0E8}" dt="2026-10-06T11:07:14.423" v="1071" actId="1076"/>
          <ac:picMkLst>
            <pc:docMk/>
            <pc:sldMk cId="1590753858" sldId="274"/>
            <ac:picMk id="3" creationId="{887594AB-7F1D-F00E-A5A5-78AEC0157DB4}"/>
          </ac:picMkLst>
        </pc:picChg>
      </pc:sldChg>
      <pc:sldChg chg="modSp add del mod">
        <pc:chgData name="Văn Hậu Trần" userId="ba3d183d092c7775" providerId="LiveId" clId="{23202FAE-865D-4AC6-AADD-356CE0E2B0E8}" dt="2026-10-06T11:18:31.886" v="1733"/>
        <pc:sldMkLst>
          <pc:docMk/>
          <pc:sldMk cId="4080224133" sldId="275"/>
        </pc:sldMkLst>
        <pc:spChg chg="mod">
          <ac:chgData name="Văn Hậu Trần" userId="ba3d183d092c7775" providerId="LiveId" clId="{23202FAE-865D-4AC6-AADD-356CE0E2B0E8}" dt="2026-10-06T11:17:34.488" v="1662"/>
          <ac:spMkLst>
            <pc:docMk/>
            <pc:sldMk cId="4080224133" sldId="275"/>
            <ac:spMk id="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7:34.490" v="1664"/>
          <ac:spMkLst>
            <pc:docMk/>
            <pc:sldMk cId="4080224133" sldId="275"/>
            <ac:spMk id="30" creationId="{34421052-68A5-4071-8B21-66FF1848C3A6}"/>
          </ac:spMkLst>
        </pc:spChg>
        <pc:spChg chg="mod">
          <ac:chgData name="Văn Hậu Trần" userId="ba3d183d092c7775" providerId="LiveId" clId="{23202FAE-865D-4AC6-AADD-356CE0E2B0E8}" dt="2026-10-06T11:17:34.491" v="1666"/>
          <ac:spMkLst>
            <pc:docMk/>
            <pc:sldMk cId="4080224133" sldId="275"/>
            <ac:spMk id="31" creationId="{6110B70E-F45F-4C91-B255-DFCAB4ED8A16}"/>
          </ac:spMkLst>
        </pc:spChg>
        <pc:spChg chg="mod">
          <ac:chgData name="Văn Hậu Trần" userId="ba3d183d092c7775" providerId="LiveId" clId="{23202FAE-865D-4AC6-AADD-356CE0E2B0E8}" dt="2026-10-06T11:18:07.171" v="1669"/>
          <ac:spMkLst>
            <pc:docMk/>
            <pc:sldMk cId="4080224133" sldId="275"/>
            <ac:spMk id="32" creationId="{5DEB35B8-6E3D-4F55-B342-7BAD31700A64}"/>
          </ac:spMkLst>
        </pc:spChg>
        <pc:spChg chg="mod">
          <ac:chgData name="Văn Hậu Trần" userId="ba3d183d092c7775" providerId="LiveId" clId="{23202FAE-865D-4AC6-AADD-356CE0E2B0E8}" dt="2026-10-06T11:18:07.173" v="1671"/>
          <ac:spMkLst>
            <pc:docMk/>
            <pc:sldMk cId="4080224133" sldId="275"/>
            <ac:spMk id="33" creationId="{7CF92503-1AEA-461E-9CFE-4C149FAAE863}"/>
          </ac:spMkLst>
        </pc:spChg>
        <pc:spChg chg="mod">
          <ac:chgData name="Văn Hậu Trần" userId="ba3d183d092c7775" providerId="LiveId" clId="{23202FAE-865D-4AC6-AADD-356CE0E2B0E8}" dt="2026-10-06T11:18:07.243" v="1717"/>
          <ac:spMkLst>
            <pc:docMk/>
            <pc:sldMk cId="4080224133" sldId="275"/>
            <ac:spMk id="34" creationId="{14B07469-82A3-4D6A-AAA6-D5591DE5513C}"/>
          </ac:spMkLst>
        </pc:spChg>
        <pc:spChg chg="mod">
          <ac:chgData name="Văn Hậu Trần" userId="ba3d183d092c7775" providerId="LiveId" clId="{23202FAE-865D-4AC6-AADD-356CE0E2B0E8}" dt="2026-10-06T11:18:07.176" v="1675"/>
          <ac:spMkLst>
            <pc:docMk/>
            <pc:sldMk cId="4080224133" sldId="275"/>
            <ac:spMk id="35" creationId="{EF0C4770-2003-4F52-9526-45FAF1FA00CF}"/>
          </ac:spMkLst>
        </pc:spChg>
        <pc:spChg chg="mod">
          <ac:chgData name="Văn Hậu Trần" userId="ba3d183d092c7775" providerId="LiveId" clId="{23202FAE-865D-4AC6-AADD-356CE0E2B0E8}" dt="2026-10-06T11:18:07.178" v="1677"/>
          <ac:spMkLst>
            <pc:docMk/>
            <pc:sldMk cId="4080224133" sldId="275"/>
            <ac:spMk id="36" creationId="{0843FA9E-9598-431D-972E-7DCB46AB3BEC}"/>
          </ac:spMkLst>
        </pc:spChg>
        <pc:spChg chg="mod">
          <ac:chgData name="Văn Hậu Trần" userId="ba3d183d092c7775" providerId="LiveId" clId="{23202FAE-865D-4AC6-AADD-356CE0E2B0E8}" dt="2026-10-06T11:18:07.244" v="1719"/>
          <ac:spMkLst>
            <pc:docMk/>
            <pc:sldMk cId="4080224133" sldId="275"/>
            <ac:spMk id="37" creationId="{1B9473D7-FA1A-4888-AE19-C7F69E394880}"/>
          </ac:spMkLst>
        </pc:spChg>
        <pc:spChg chg="mod">
          <ac:chgData name="Văn Hậu Trần" userId="ba3d183d092c7775" providerId="LiveId" clId="{23202FAE-865D-4AC6-AADD-356CE0E2B0E8}" dt="2026-10-06T11:18:07.181" v="1681"/>
          <ac:spMkLst>
            <pc:docMk/>
            <pc:sldMk cId="4080224133" sldId="275"/>
            <ac:spMk id="38" creationId="{057BF4A4-741A-4F89-97E5-6EA761B04AF6}"/>
          </ac:spMkLst>
        </pc:spChg>
        <pc:spChg chg="mod">
          <ac:chgData name="Văn Hậu Trần" userId="ba3d183d092c7775" providerId="LiveId" clId="{23202FAE-865D-4AC6-AADD-356CE0E2B0E8}" dt="2026-10-06T11:18:07.182" v="1683"/>
          <ac:spMkLst>
            <pc:docMk/>
            <pc:sldMk cId="4080224133" sldId="275"/>
            <ac:spMk id="39" creationId="{00C57A26-2544-4100-8588-5E00926544C6}"/>
          </ac:spMkLst>
        </pc:spChg>
        <pc:spChg chg="mod">
          <ac:chgData name="Văn Hậu Trần" userId="ba3d183d092c7775" providerId="LiveId" clId="{23202FAE-865D-4AC6-AADD-356CE0E2B0E8}" dt="2026-10-06T11:18:07.246" v="1721"/>
          <ac:spMkLst>
            <pc:docMk/>
            <pc:sldMk cId="4080224133" sldId="275"/>
            <ac:spMk id="40" creationId="{1871F9D2-B3CD-4043-87B5-0B55C56A227D}"/>
          </ac:spMkLst>
        </pc:spChg>
        <pc:spChg chg="mod">
          <ac:chgData name="Văn Hậu Trần" userId="ba3d183d092c7775" providerId="LiveId" clId="{23202FAE-865D-4AC6-AADD-356CE0E2B0E8}" dt="2026-10-06T11:18:07.184" v="1687"/>
          <ac:spMkLst>
            <pc:docMk/>
            <pc:sldMk cId="4080224133" sldId="275"/>
            <ac:spMk id="41" creationId="{7DAEA485-ACB8-46F1-B0F0-CDCCDBA6F1E6}"/>
          </ac:spMkLst>
        </pc:spChg>
        <pc:spChg chg="mod">
          <ac:chgData name="Văn Hậu Trần" userId="ba3d183d092c7775" providerId="LiveId" clId="{23202FAE-865D-4AC6-AADD-356CE0E2B0E8}" dt="2026-10-06T11:18:07.186" v="1689"/>
          <ac:spMkLst>
            <pc:docMk/>
            <pc:sldMk cId="4080224133" sldId="275"/>
            <ac:spMk id="42" creationId="{A830982A-A0E9-4189-A905-BAA57F4FF23F}"/>
          </ac:spMkLst>
        </pc:spChg>
        <pc:spChg chg="mod">
          <ac:chgData name="Văn Hậu Trần" userId="ba3d183d092c7775" providerId="LiveId" clId="{23202FAE-865D-4AC6-AADD-356CE0E2B0E8}" dt="2026-10-06T11:18:07.247" v="1723"/>
          <ac:spMkLst>
            <pc:docMk/>
            <pc:sldMk cId="4080224133" sldId="275"/>
            <ac:spMk id="43" creationId="{2C8B4916-E394-4FC5-A9A0-B09EB0AA0FA0}"/>
          </ac:spMkLst>
        </pc:spChg>
        <pc:spChg chg="mod">
          <ac:chgData name="Văn Hậu Trần" userId="ba3d183d092c7775" providerId="LiveId" clId="{23202FAE-865D-4AC6-AADD-356CE0E2B0E8}" dt="2026-10-06T11:18:07.189" v="1693"/>
          <ac:spMkLst>
            <pc:docMk/>
            <pc:sldMk cId="4080224133" sldId="275"/>
            <ac:spMk id="44" creationId="{16D2D314-8B0A-4E87-A0C2-9D6016EB0287}"/>
          </ac:spMkLst>
        </pc:spChg>
        <pc:spChg chg="mod">
          <ac:chgData name="Văn Hậu Trần" userId="ba3d183d092c7775" providerId="LiveId" clId="{23202FAE-865D-4AC6-AADD-356CE0E2B0E8}" dt="2026-10-06T11:18:07.190" v="1695"/>
          <ac:spMkLst>
            <pc:docMk/>
            <pc:sldMk cId="4080224133" sldId="275"/>
            <ac:spMk id="45" creationId="{BF06C1ED-A2A5-436E-A143-0815B63901BF}"/>
          </ac:spMkLst>
        </pc:spChg>
        <pc:spChg chg="mod">
          <ac:chgData name="Văn Hậu Trần" userId="ba3d183d092c7775" providerId="LiveId" clId="{23202FAE-865D-4AC6-AADD-356CE0E2B0E8}" dt="2026-10-06T11:18:07.248" v="1725"/>
          <ac:spMkLst>
            <pc:docMk/>
            <pc:sldMk cId="4080224133" sldId="275"/>
            <ac:spMk id="46" creationId="{FB9A4567-52EF-4977-97CE-A52037B97C0F}"/>
          </ac:spMkLst>
        </pc:spChg>
        <pc:spChg chg="mod">
          <ac:chgData name="Văn Hậu Trần" userId="ba3d183d092c7775" providerId="LiveId" clId="{23202FAE-865D-4AC6-AADD-356CE0E2B0E8}" dt="2026-10-06T11:18:07.193" v="1699"/>
          <ac:spMkLst>
            <pc:docMk/>
            <pc:sldMk cId="4080224133" sldId="275"/>
            <ac:spMk id="47" creationId="{CF6B2F67-0BB1-41F7-A472-DD17F59C2CC8}"/>
          </ac:spMkLst>
        </pc:spChg>
        <pc:spChg chg="mod">
          <ac:chgData name="Văn Hậu Trần" userId="ba3d183d092c7775" providerId="LiveId" clId="{23202FAE-865D-4AC6-AADD-356CE0E2B0E8}" dt="2026-10-06T11:18:07.194" v="1701"/>
          <ac:spMkLst>
            <pc:docMk/>
            <pc:sldMk cId="4080224133" sldId="275"/>
            <ac:spMk id="48" creationId="{782A3931-3814-4262-ADF6-9B63C227DE3A}"/>
          </ac:spMkLst>
        </pc:spChg>
        <pc:spChg chg="mod">
          <ac:chgData name="Văn Hậu Trần" userId="ba3d183d092c7775" providerId="LiveId" clId="{23202FAE-865D-4AC6-AADD-356CE0E2B0E8}" dt="2026-10-06T11:18:07.249" v="1727"/>
          <ac:spMkLst>
            <pc:docMk/>
            <pc:sldMk cId="4080224133" sldId="275"/>
            <ac:spMk id="49" creationId="{B709C3A3-1DB4-48A6-97EF-4E13685366E7}"/>
          </ac:spMkLst>
        </pc:spChg>
        <pc:spChg chg="mod">
          <ac:chgData name="Văn Hậu Trần" userId="ba3d183d092c7775" providerId="LiveId" clId="{23202FAE-865D-4AC6-AADD-356CE0E2B0E8}" dt="2026-10-06T11:18:07.196" v="1705"/>
          <ac:spMkLst>
            <pc:docMk/>
            <pc:sldMk cId="4080224133" sldId="275"/>
            <ac:spMk id="50" creationId="{C4D8DD53-47A1-46E6-B7E4-B1F25F20DEA6}"/>
          </ac:spMkLst>
        </pc:spChg>
        <pc:spChg chg="mod">
          <ac:chgData name="Văn Hậu Trần" userId="ba3d183d092c7775" providerId="LiveId" clId="{23202FAE-865D-4AC6-AADD-356CE0E2B0E8}" dt="2026-10-06T11:18:07.197" v="1707"/>
          <ac:spMkLst>
            <pc:docMk/>
            <pc:sldMk cId="4080224133" sldId="275"/>
            <ac:spMk id="51" creationId="{A1ED097A-AE2E-4752-BB3C-1068C3E1C636}"/>
          </ac:spMkLst>
        </pc:spChg>
        <pc:spChg chg="mod">
          <ac:chgData name="Văn Hậu Trần" userId="ba3d183d092c7775" providerId="LiveId" clId="{23202FAE-865D-4AC6-AADD-356CE0E2B0E8}" dt="2026-10-06T11:18:07.250" v="1729"/>
          <ac:spMkLst>
            <pc:docMk/>
            <pc:sldMk cId="4080224133" sldId="275"/>
            <ac:spMk id="52" creationId="{DC099919-0ABD-4098-9EF0-2FA2C30AA37A}"/>
          </ac:spMkLst>
        </pc:spChg>
        <pc:spChg chg="mod">
          <ac:chgData name="Văn Hậu Trần" userId="ba3d183d092c7775" providerId="LiveId" clId="{23202FAE-865D-4AC6-AADD-356CE0E2B0E8}" dt="2026-10-06T11:18:07.199" v="1711"/>
          <ac:spMkLst>
            <pc:docMk/>
            <pc:sldMk cId="4080224133" sldId="275"/>
            <ac:spMk id="53" creationId="{6B9AC8CC-8310-464B-8830-701D55F7CD01}"/>
          </ac:spMkLst>
        </pc:spChg>
        <pc:spChg chg="mod">
          <ac:chgData name="Văn Hậu Trần" userId="ba3d183d092c7775" providerId="LiveId" clId="{23202FAE-865D-4AC6-AADD-356CE0E2B0E8}" dt="2026-10-06T11:18:07.200" v="1713"/>
          <ac:spMkLst>
            <pc:docMk/>
            <pc:sldMk cId="4080224133" sldId="275"/>
            <ac:spMk id="54" creationId="{E9D460FA-42F9-47BC-AB31-72554475E748}"/>
          </ac:spMkLst>
        </pc:spChg>
        <pc:spChg chg="mod">
          <ac:chgData name="Văn Hậu Trần" userId="ba3d183d092c7775" providerId="LiveId" clId="{23202FAE-865D-4AC6-AADD-356CE0E2B0E8}" dt="2026-10-06T11:18:07.251" v="1731"/>
          <ac:spMkLst>
            <pc:docMk/>
            <pc:sldMk cId="4080224133" sldId="275"/>
            <ac:spMk id="55" creationId="{C3AA2426-8CD1-4A64-8F03-AEFD88702C50}"/>
          </ac:spMkLst>
        </pc:spChg>
      </pc:sldChg>
      <pc:sldChg chg="modSp add mod">
        <pc:chgData name="Văn Hậu Trần" userId="ba3d183d092c7775" providerId="LiveId" clId="{23202FAE-865D-4AC6-AADD-356CE0E2B0E8}" dt="2026-10-06T11:24:35.276" v="2297" actId="20577"/>
        <pc:sldMkLst>
          <pc:docMk/>
          <pc:sldMk cId="4114516949" sldId="276"/>
        </pc:sldMkLst>
        <pc:spChg chg="mod">
          <ac:chgData name="Văn Hậu Trần" userId="ba3d183d092c7775" providerId="LiveId" clId="{23202FAE-865D-4AC6-AADD-356CE0E2B0E8}" dt="2026-10-06T11:19:21.324" v="1833" actId="20577"/>
          <ac:spMkLst>
            <pc:docMk/>
            <pc:sldMk cId="4114516949" sldId="276"/>
            <ac:spMk id="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19:27.934" v="1844" actId="20577"/>
          <ac:spMkLst>
            <pc:docMk/>
            <pc:sldMk cId="4114516949" sldId="276"/>
            <ac:spMk id="30" creationId="{34421052-68A5-4071-8B21-66FF1848C3A6}"/>
          </ac:spMkLst>
        </pc:spChg>
        <pc:spChg chg="mod">
          <ac:chgData name="Văn Hậu Trần" userId="ba3d183d092c7775" providerId="LiveId" clId="{23202FAE-865D-4AC6-AADD-356CE0E2B0E8}" dt="2026-10-06T11:19:40.181" v="1846" actId="20577"/>
          <ac:spMkLst>
            <pc:docMk/>
            <pc:sldMk cId="4114516949" sldId="276"/>
            <ac:spMk id="46" creationId="{FB9A4567-52EF-4977-97CE-A52037B97C0F}"/>
          </ac:spMkLst>
        </pc:spChg>
        <pc:spChg chg="mod">
          <ac:chgData name="Văn Hậu Trần" userId="ba3d183d092c7775" providerId="LiveId" clId="{23202FAE-865D-4AC6-AADD-356CE0E2B0E8}" dt="2026-10-06T11:24:32.397" v="2296" actId="20577"/>
          <ac:spMkLst>
            <pc:docMk/>
            <pc:sldMk cId="4114516949" sldId="276"/>
            <ac:spMk id="52" creationId="{DC099919-0ABD-4098-9EF0-2FA2C30AA37A}"/>
          </ac:spMkLst>
        </pc:spChg>
        <pc:spChg chg="mod">
          <ac:chgData name="Văn Hậu Trần" userId="ba3d183d092c7775" providerId="LiveId" clId="{23202FAE-865D-4AC6-AADD-356CE0E2B0E8}" dt="2026-10-06T11:24:35.276" v="2297" actId="20577"/>
          <ac:spMkLst>
            <pc:docMk/>
            <pc:sldMk cId="4114516949" sldId="276"/>
            <ac:spMk id="55" creationId="{C3AA2426-8CD1-4A64-8F03-AEFD88702C50}"/>
          </ac:spMkLst>
        </pc:spChg>
      </pc:sldChg>
      <pc:sldChg chg="modSp add del mod">
        <pc:chgData name="Văn Hậu Trần" userId="ba3d183d092c7775" providerId="LiveId" clId="{23202FAE-865D-4AC6-AADD-356CE0E2B0E8}" dt="2026-10-06T11:22:54.596" v="2124"/>
        <pc:sldMkLst>
          <pc:docMk/>
          <pc:sldMk cId="2501748466" sldId="277"/>
        </pc:sldMkLst>
        <pc:spChg chg="mod">
          <ac:chgData name="Văn Hậu Trần" userId="ba3d183d092c7775" providerId="LiveId" clId="{23202FAE-865D-4AC6-AADD-356CE0E2B0E8}" dt="2026-10-06T11:22:08.103" v="2026"/>
          <ac:spMkLst>
            <pc:docMk/>
            <pc:sldMk cId="2501748466" sldId="277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11" v="2083"/>
          <ac:spMkLst>
            <pc:docMk/>
            <pc:sldMk cId="2501748466" sldId="277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18" v="2088"/>
          <ac:spMkLst>
            <pc:docMk/>
            <pc:sldMk cId="2501748466" sldId="277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19" v="2089"/>
          <ac:spMkLst>
            <pc:docMk/>
            <pc:sldMk cId="2501748466" sldId="277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0" v="2090"/>
          <ac:spMkLst>
            <pc:docMk/>
            <pc:sldMk cId="2501748466" sldId="277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2" v="2092"/>
          <ac:spMkLst>
            <pc:docMk/>
            <pc:sldMk cId="2501748466" sldId="277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2" v="2093"/>
          <ac:spMkLst>
            <pc:docMk/>
            <pc:sldMk cId="2501748466" sldId="277"/>
            <ac:spMk id="1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5" v="2098"/>
          <ac:spMkLst>
            <pc:docMk/>
            <pc:sldMk cId="2501748466" sldId="277"/>
            <ac:spMk id="1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6" v="2099"/>
          <ac:spMkLst>
            <pc:docMk/>
            <pc:sldMk cId="2501748466" sldId="277"/>
            <ac:spMk id="1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6" v="2100"/>
          <ac:spMkLst>
            <pc:docMk/>
            <pc:sldMk cId="2501748466" sldId="277"/>
            <ac:spMk id="1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7" v="2102"/>
          <ac:spMkLst>
            <pc:docMk/>
            <pc:sldMk cId="2501748466" sldId="277"/>
            <ac:spMk id="1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28" v="2103"/>
          <ac:spMkLst>
            <pc:docMk/>
            <pc:sldMk cId="2501748466" sldId="277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0" v="2108"/>
          <ac:spMkLst>
            <pc:docMk/>
            <pc:sldMk cId="2501748466" sldId="277"/>
            <ac:spMk id="2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1" v="2109"/>
          <ac:spMkLst>
            <pc:docMk/>
            <pc:sldMk cId="2501748466" sldId="277"/>
            <ac:spMk id="2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2" v="2110"/>
          <ac:spMkLst>
            <pc:docMk/>
            <pc:sldMk cId="2501748466" sldId="277"/>
            <ac:spMk id="2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4" v="2112"/>
          <ac:spMkLst>
            <pc:docMk/>
            <pc:sldMk cId="2501748466" sldId="277"/>
            <ac:spMk id="2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5" v="2113"/>
          <ac:spMkLst>
            <pc:docMk/>
            <pc:sldMk cId="2501748466" sldId="277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8" v="2118"/>
          <ac:spMkLst>
            <pc:docMk/>
            <pc:sldMk cId="2501748466" sldId="277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9" v="2119"/>
          <ac:spMkLst>
            <pc:docMk/>
            <pc:sldMk cId="2501748466" sldId="277"/>
            <ac:spMk id="2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39" v="2120"/>
          <ac:spMkLst>
            <pc:docMk/>
            <pc:sldMk cId="2501748466" sldId="277"/>
            <ac:spMk id="2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2:39.441" v="2122"/>
          <ac:spMkLst>
            <pc:docMk/>
            <pc:sldMk cId="2501748466" sldId="277"/>
            <ac:spMk id="29" creationId="{00000000-0000-0000-0000-000000000000}"/>
          </ac:spMkLst>
        </pc:spChg>
      </pc:sldChg>
      <pc:sldChg chg="modSp add del mod">
        <pc:chgData name="Văn Hậu Trần" userId="ba3d183d092c7775" providerId="LiveId" clId="{23202FAE-865D-4AC6-AADD-356CE0E2B0E8}" dt="2026-10-06T11:23:36.234" v="2275"/>
        <pc:sldMkLst>
          <pc:docMk/>
          <pc:sldMk cId="1885612943" sldId="278"/>
        </pc:sldMkLst>
        <pc:spChg chg="mod">
          <ac:chgData name="Văn Hậu Trần" userId="ba3d183d092c7775" providerId="LiveId" clId="{23202FAE-865D-4AC6-AADD-356CE0E2B0E8}" dt="2026-10-06T11:23:21.355" v="2144"/>
          <ac:spMkLst>
            <pc:docMk/>
            <pc:sldMk cId="1885612943" sldId="278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59" v="2149"/>
          <ac:spMkLst>
            <pc:docMk/>
            <pc:sldMk cId="1885612943" sldId="278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0" v="2150"/>
          <ac:spMkLst>
            <pc:docMk/>
            <pc:sldMk cId="1885612943" sldId="278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1" v="2151"/>
          <ac:spMkLst>
            <pc:docMk/>
            <pc:sldMk cId="1885612943" sldId="278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2" v="2153"/>
          <ac:spMkLst>
            <pc:docMk/>
            <pc:sldMk cId="1885612943" sldId="278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3" v="2154"/>
          <ac:spMkLst>
            <pc:docMk/>
            <pc:sldMk cId="1885612943" sldId="278"/>
            <ac:spMk id="1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7" v="2159"/>
          <ac:spMkLst>
            <pc:docMk/>
            <pc:sldMk cId="1885612943" sldId="278"/>
            <ac:spMk id="1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8" v="2160"/>
          <ac:spMkLst>
            <pc:docMk/>
            <pc:sldMk cId="1885612943" sldId="278"/>
            <ac:spMk id="1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68" v="2161"/>
          <ac:spMkLst>
            <pc:docMk/>
            <pc:sldMk cId="1885612943" sldId="278"/>
            <ac:spMk id="1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0" v="2163"/>
          <ac:spMkLst>
            <pc:docMk/>
            <pc:sldMk cId="1885612943" sldId="278"/>
            <ac:spMk id="1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1" v="2164"/>
          <ac:spMkLst>
            <pc:docMk/>
            <pc:sldMk cId="1885612943" sldId="278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4" v="2169"/>
          <ac:spMkLst>
            <pc:docMk/>
            <pc:sldMk cId="1885612943" sldId="278"/>
            <ac:spMk id="2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5" v="2170"/>
          <ac:spMkLst>
            <pc:docMk/>
            <pc:sldMk cId="1885612943" sldId="278"/>
            <ac:spMk id="2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5" v="2171"/>
          <ac:spMkLst>
            <pc:docMk/>
            <pc:sldMk cId="1885612943" sldId="278"/>
            <ac:spMk id="2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6" v="2173"/>
          <ac:spMkLst>
            <pc:docMk/>
            <pc:sldMk cId="1885612943" sldId="278"/>
            <ac:spMk id="2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7" v="2174"/>
          <ac:spMkLst>
            <pc:docMk/>
            <pc:sldMk cId="1885612943" sldId="278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79" v="2179"/>
          <ac:spMkLst>
            <pc:docMk/>
            <pc:sldMk cId="1885612943" sldId="278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80" v="2180"/>
          <ac:spMkLst>
            <pc:docMk/>
            <pc:sldMk cId="1885612943" sldId="278"/>
            <ac:spMk id="2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82" v="2181"/>
          <ac:spMkLst>
            <pc:docMk/>
            <pc:sldMk cId="1885612943" sldId="278"/>
            <ac:spMk id="2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23:21.385" v="2183"/>
          <ac:spMkLst>
            <pc:docMk/>
            <pc:sldMk cId="1885612943" sldId="278"/>
            <ac:spMk id="29" creationId="{00000000-0000-0000-0000-000000000000}"/>
          </ac:spMkLst>
        </pc:spChg>
      </pc:sldChg>
      <pc:sldChg chg="delSp modSp add del mod">
        <pc:chgData name="Văn Hậu Trần" userId="ba3d183d092c7775" providerId="LiveId" clId="{23202FAE-865D-4AC6-AADD-356CE0E2B0E8}" dt="2026-10-06T11:32:17.263" v="2820"/>
        <pc:sldMkLst>
          <pc:docMk/>
          <pc:sldMk cId="3744741984" sldId="279"/>
        </pc:sldMkLst>
        <pc:spChg chg="mod">
          <ac:chgData name="Văn Hậu Trần" userId="ba3d183d092c7775" providerId="LiveId" clId="{23202FAE-865D-4AC6-AADD-356CE0E2B0E8}" dt="2026-10-06T11:29:29.410" v="2695" actId="20577"/>
          <ac:spMkLst>
            <pc:docMk/>
            <pc:sldMk cId="3744741984" sldId="279"/>
            <ac:spMk id="5" creationId="{00000000-0000-0000-0000-000000000000}"/>
          </ac:spMkLst>
        </pc:spChg>
        <pc:spChg chg="del mod">
          <ac:chgData name="Văn Hậu Trần" userId="ba3d183d092c7775" providerId="LiveId" clId="{23202FAE-865D-4AC6-AADD-356CE0E2B0E8}" dt="2026-10-06T11:29:15.047" v="2613" actId="478"/>
          <ac:spMkLst>
            <pc:docMk/>
            <pc:sldMk cId="3744741984" sldId="279"/>
            <ac:spMk id="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79" v="2791"/>
          <ac:spMkLst>
            <pc:docMk/>
            <pc:sldMk cId="3744741984" sldId="279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1" v="2793"/>
          <ac:spMkLst>
            <pc:docMk/>
            <pc:sldMk cId="3744741984" sldId="279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2" v="2794"/>
          <ac:spMkLst>
            <pc:docMk/>
            <pc:sldMk cId="3744741984" sldId="279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3" v="2795"/>
          <ac:spMkLst>
            <pc:docMk/>
            <pc:sldMk cId="3744741984" sldId="279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5" v="2797"/>
          <ac:spMkLst>
            <pc:docMk/>
            <pc:sldMk cId="3744741984" sldId="279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6" v="2798"/>
          <ac:spMkLst>
            <pc:docMk/>
            <pc:sldMk cId="3744741984" sldId="279"/>
            <ac:spMk id="1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7" v="2800"/>
          <ac:spMkLst>
            <pc:docMk/>
            <pc:sldMk cId="3744741984" sldId="279"/>
            <ac:spMk id="1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8" v="2801"/>
          <ac:spMkLst>
            <pc:docMk/>
            <pc:sldMk cId="3744741984" sldId="279"/>
            <ac:spMk id="1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89" v="2802"/>
          <ac:spMkLst>
            <pc:docMk/>
            <pc:sldMk cId="3744741984" sldId="279"/>
            <ac:spMk id="1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92" v="2804"/>
          <ac:spMkLst>
            <pc:docMk/>
            <pc:sldMk cId="3744741984" sldId="279"/>
            <ac:spMk id="1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94" v="2805"/>
          <ac:spMkLst>
            <pc:docMk/>
            <pc:sldMk cId="3744741984" sldId="279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95" v="2807"/>
          <ac:spMkLst>
            <pc:docMk/>
            <pc:sldMk cId="3744741984" sldId="279"/>
            <ac:spMk id="2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896" v="2808"/>
          <ac:spMkLst>
            <pc:docMk/>
            <pc:sldMk cId="3744741984" sldId="279"/>
            <ac:spMk id="2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00" v="2809"/>
          <ac:spMkLst>
            <pc:docMk/>
            <pc:sldMk cId="3744741984" sldId="279"/>
            <ac:spMk id="2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03" v="2811"/>
          <ac:spMkLst>
            <pc:docMk/>
            <pc:sldMk cId="3744741984" sldId="279"/>
            <ac:spMk id="2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07" v="2812"/>
          <ac:spMkLst>
            <pc:docMk/>
            <pc:sldMk cId="3744741984" sldId="279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11" v="2814"/>
          <ac:spMkLst>
            <pc:docMk/>
            <pc:sldMk cId="3744741984" sldId="279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12" v="2815"/>
          <ac:spMkLst>
            <pc:docMk/>
            <pc:sldMk cId="3744741984" sldId="279"/>
            <ac:spMk id="2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13" v="2816"/>
          <ac:spMkLst>
            <pc:docMk/>
            <pc:sldMk cId="3744741984" sldId="279"/>
            <ac:spMk id="2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02.915" v="2818"/>
          <ac:spMkLst>
            <pc:docMk/>
            <pc:sldMk cId="3744741984" sldId="279"/>
            <ac:spMk id="29" creationId="{00000000-0000-0000-0000-000000000000}"/>
          </ac:spMkLst>
        </pc:spChg>
      </pc:sldChg>
      <pc:sldChg chg="modSp add del mod">
        <pc:chgData name="Văn Hậu Trần" userId="ba3d183d092c7775" providerId="LiveId" clId="{23202FAE-865D-4AC6-AADD-356CE0E2B0E8}" dt="2026-10-06T11:32:56.521" v="2826"/>
        <pc:sldMkLst>
          <pc:docMk/>
          <pc:sldMk cId="1113962087" sldId="280"/>
        </pc:sldMkLst>
        <pc:spChg chg="mod">
          <ac:chgData name="Văn Hậu Trần" userId="ba3d183d092c7775" providerId="LiveId" clId="{23202FAE-865D-4AC6-AADD-356CE0E2B0E8}" dt="2026-10-06T11:32:17.796" v="2822"/>
          <ac:spMkLst>
            <pc:docMk/>
            <pc:sldMk cId="1113962087" sldId="280"/>
            <ac:spMk id="2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2:17.798" v="2824"/>
          <ac:spMkLst>
            <pc:docMk/>
            <pc:sldMk cId="1113962087" sldId="280"/>
            <ac:spMk id="24" creationId="{00000000-0000-0000-0000-000000000000}"/>
          </ac:spMkLst>
        </pc:spChg>
      </pc:sldChg>
      <pc:sldChg chg="addSp delSp modSp add mod">
        <pc:chgData name="Văn Hậu Trần" userId="ba3d183d092c7775" providerId="LiveId" clId="{23202FAE-865D-4AC6-AADD-356CE0E2B0E8}" dt="2026-10-06T11:39:39.831" v="2968" actId="1076"/>
        <pc:sldMkLst>
          <pc:docMk/>
          <pc:sldMk cId="2429527182" sldId="281"/>
        </pc:sldMkLst>
        <pc:spChg chg="add del mod">
          <ac:chgData name="Văn Hậu Trần" userId="ba3d183d092c7775" providerId="LiveId" clId="{23202FAE-865D-4AC6-AADD-356CE0E2B0E8}" dt="2026-10-06T11:38:55.033" v="2948"/>
          <ac:spMkLst>
            <pc:docMk/>
            <pc:sldMk cId="2429527182" sldId="281"/>
            <ac:spMk id="6" creationId="{17C72CC5-92AD-89FE-1157-AFACD68B6DAA}"/>
          </ac:spMkLst>
        </pc:spChg>
        <pc:spChg chg="mod">
          <ac:chgData name="Văn Hậu Trần" userId="ba3d183d092c7775" providerId="LiveId" clId="{23202FAE-865D-4AC6-AADD-356CE0E2B0E8}" dt="2026-10-06T11:33:22.402" v="2829"/>
          <ac:spMkLst>
            <pc:docMk/>
            <pc:sldMk cId="2429527182" sldId="281"/>
            <ac:spMk id="1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05" v="2831"/>
          <ac:spMkLst>
            <pc:docMk/>
            <pc:sldMk cId="2429527182" sldId="281"/>
            <ac:spMk id="1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07" v="2832"/>
          <ac:spMkLst>
            <pc:docMk/>
            <pc:sldMk cId="2429527182" sldId="281"/>
            <ac:spMk id="1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08" v="2833"/>
          <ac:spMkLst>
            <pc:docMk/>
            <pc:sldMk cId="2429527182" sldId="281"/>
            <ac:spMk id="13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09" v="2835"/>
          <ac:spMkLst>
            <pc:docMk/>
            <pc:sldMk cId="2429527182" sldId="281"/>
            <ac:spMk id="1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0" v="2836"/>
          <ac:spMkLst>
            <pc:docMk/>
            <pc:sldMk cId="2429527182" sldId="281"/>
            <ac:spMk id="1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1" v="2838"/>
          <ac:spMkLst>
            <pc:docMk/>
            <pc:sldMk cId="2429527182" sldId="281"/>
            <ac:spMk id="1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2" v="2839"/>
          <ac:spMkLst>
            <pc:docMk/>
            <pc:sldMk cId="2429527182" sldId="281"/>
            <ac:spMk id="1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4" v="2840"/>
          <ac:spMkLst>
            <pc:docMk/>
            <pc:sldMk cId="2429527182" sldId="281"/>
            <ac:spMk id="1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5" v="2842"/>
          <ac:spMkLst>
            <pc:docMk/>
            <pc:sldMk cId="2429527182" sldId="281"/>
            <ac:spMk id="19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6" v="2843"/>
          <ac:spMkLst>
            <pc:docMk/>
            <pc:sldMk cId="2429527182" sldId="281"/>
            <ac:spMk id="20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7" v="2845"/>
          <ac:spMkLst>
            <pc:docMk/>
            <pc:sldMk cId="2429527182" sldId="281"/>
            <ac:spMk id="21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7" v="2846"/>
          <ac:spMkLst>
            <pc:docMk/>
            <pc:sldMk cId="2429527182" sldId="281"/>
            <ac:spMk id="22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9:37.099" v="2967" actId="1076"/>
          <ac:spMkLst>
            <pc:docMk/>
            <pc:sldMk cId="2429527182" sldId="281"/>
            <ac:spMk id="23" creationId="{00000000-0000-0000-0000-000000000000}"/>
          </ac:spMkLst>
        </pc:spChg>
        <pc:spChg chg="del mod">
          <ac:chgData name="Văn Hậu Trần" userId="ba3d183d092c7775" providerId="LiveId" clId="{23202FAE-865D-4AC6-AADD-356CE0E2B0E8}" dt="2026-10-06T11:34:49.605" v="2859"/>
          <ac:spMkLst>
            <pc:docMk/>
            <pc:sldMk cId="2429527182" sldId="281"/>
            <ac:spMk id="24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19" v="2850"/>
          <ac:spMkLst>
            <pc:docMk/>
            <pc:sldMk cId="2429527182" sldId="281"/>
            <ac:spMk id="25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21" v="2852"/>
          <ac:spMkLst>
            <pc:docMk/>
            <pc:sldMk cId="2429527182" sldId="281"/>
            <ac:spMk id="26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23" v="2853"/>
          <ac:spMkLst>
            <pc:docMk/>
            <pc:sldMk cId="2429527182" sldId="281"/>
            <ac:spMk id="27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24" v="2854"/>
          <ac:spMkLst>
            <pc:docMk/>
            <pc:sldMk cId="2429527182" sldId="281"/>
            <ac:spMk id="28" creationId="{00000000-0000-0000-0000-000000000000}"/>
          </ac:spMkLst>
        </pc:spChg>
        <pc:spChg chg="mod">
          <ac:chgData name="Văn Hậu Trần" userId="ba3d183d092c7775" providerId="LiveId" clId="{23202FAE-865D-4AC6-AADD-356CE0E2B0E8}" dt="2026-10-06T11:33:22.426" v="2856"/>
          <ac:spMkLst>
            <pc:docMk/>
            <pc:sldMk cId="2429527182" sldId="281"/>
            <ac:spMk id="29" creationId="{00000000-0000-0000-0000-000000000000}"/>
          </ac:spMkLst>
        </pc:spChg>
        <pc:spChg chg="add mod">
          <ac:chgData name="Văn Hậu Trần" userId="ba3d183d092c7775" providerId="LiveId" clId="{23202FAE-865D-4AC6-AADD-356CE0E2B0E8}" dt="2026-10-06T11:38:52.422" v="2946"/>
          <ac:spMkLst>
            <pc:docMk/>
            <pc:sldMk cId="2429527182" sldId="281"/>
            <ac:spMk id="30" creationId="{6B72CB24-2D12-4675-8182-180422835CF2}"/>
          </ac:spMkLst>
        </pc:spChg>
        <pc:spChg chg="add mod">
          <ac:chgData name="Văn Hậu Trần" userId="ba3d183d092c7775" providerId="LiveId" clId="{23202FAE-865D-4AC6-AADD-356CE0E2B0E8}" dt="2026-10-06T11:39:39.831" v="2968" actId="1076"/>
          <ac:spMkLst>
            <pc:docMk/>
            <pc:sldMk cId="2429527182" sldId="281"/>
            <ac:spMk id="32" creationId="{C58FA11E-E0DF-A5F4-7AD4-486DC74FFF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15C5-DB5F-46D2-A12A-2C6224BD5D40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BA406-0763-4B1E-82BA-AD58C6C86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91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BA406-0763-4B1E-82BA-AD58C6C867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1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50808" y="0"/>
            <a:ext cx="3440887" cy="6858000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te_logo.png"/>
          <p:cNvPicPr>
            <a:picLocks noChangeAspect="1"/>
          </p:cNvPicPr>
          <p:nvPr/>
        </p:nvPicPr>
        <p:blipFill>
          <a:blip r:embed="rId2"/>
          <a:srcRect r="85500"/>
          <a:stretch>
            <a:fillRect/>
          </a:stretch>
        </p:blipFill>
        <p:spPr>
          <a:xfrm>
            <a:off x="609600" y="304800"/>
            <a:ext cx="1066800" cy="106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59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vi-VN" sz="1400" b="1" dirty="0">
                <a:solidFill>
                  <a:srgbClr val="D71920"/>
                </a:solidFill>
              </a:rPr>
              <a:t>CHỦ ĐỀ 7  ·  BUỔI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41800"/>
            <a:ext cx="7620000" cy="308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600"/>
              </a:lnSpc>
              <a:buNone/>
            </a:pPr>
            <a:r>
              <a:rPr lang="vi-VN" sz="2000" b="1" dirty="0">
                <a:solidFill>
                  <a:srgbClr val="44546A"/>
                </a:solidFill>
              </a:rPr>
              <a:t>SPORT HUB — Hệ thống bán đồ thể thao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68600"/>
            <a:ext cx="7620000" cy="139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200"/>
              </a:lnSpc>
              <a:buNone/>
            </a:pPr>
            <a:r>
              <a:rPr lang="vi-VN" sz="3600" b="1" dirty="0">
                <a:solidFill>
                  <a:srgbClr val="111827"/>
                </a:solidFill>
              </a:rPr>
              <a:t>Kiến trúc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3504" y="1156841"/>
            <a:ext cx="660400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dirty="0">
                <a:solidFill>
                  <a:srgbClr val="6B7280"/>
                </a:solidFill>
              </a:rPr>
              <a:t>Môn</a:t>
            </a:r>
            <a:r>
              <a:rPr lang="en-US" dirty="0">
                <a:solidFill>
                  <a:srgbClr val="6B7280"/>
                </a:solidFill>
              </a:rPr>
              <a:t> </a:t>
            </a:r>
            <a:r>
              <a:rPr lang="en-US" dirty="0" err="1">
                <a:solidFill>
                  <a:srgbClr val="6B7280"/>
                </a:solidFill>
              </a:rPr>
              <a:t>học</a:t>
            </a:r>
            <a:r>
              <a:rPr lang="vi-VN" dirty="0">
                <a:solidFill>
                  <a:srgbClr val="6B7280"/>
                </a:solidFill>
              </a:rPr>
              <a:t>: </a:t>
            </a:r>
            <a:r>
              <a:rPr lang="vi-VN" b="1" dirty="0">
                <a:solidFill>
                  <a:srgbClr val="111827"/>
                </a:solidFill>
              </a:rPr>
              <a:t>Thiết kế phần mềm hướng đối tượng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5100" y="2489200"/>
            <a:ext cx="2844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THÀNH VIÊN NHÓM</a:t>
            </a:r>
            <a:endParaRPr lang="vi-VN" sz="16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55100" y="3022600"/>
            <a:ext cx="2844800" cy="2051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900"/>
              </a:lnSpc>
              <a:spcBef>
                <a:spcPts val="200"/>
              </a:spcBef>
              <a:buNone/>
            </a:pPr>
            <a:r>
              <a:rPr lang="vi-VN" sz="1500" b="1" dirty="0">
                <a:solidFill>
                  <a:srgbClr val="FFFFFF"/>
                </a:solidFill>
              </a:rPr>
              <a:t>Nguyễn Anh Duy</a:t>
            </a:r>
          </a:p>
          <a:p>
            <a:pPr>
              <a:lnSpc>
                <a:spcPts val="1600"/>
              </a:lnSpc>
              <a:spcAft>
                <a:spcPts val="500"/>
              </a:spcAft>
              <a:buNone/>
            </a:pPr>
            <a:r>
              <a:rPr lang="vi-VN" sz="1300" dirty="0">
                <a:solidFill>
                  <a:srgbClr val="D6E4FF"/>
                </a:solidFill>
              </a:rPr>
              <a:t>25TX610002</a:t>
            </a:r>
          </a:p>
          <a:p>
            <a:pPr>
              <a:lnSpc>
                <a:spcPts val="1900"/>
              </a:lnSpc>
              <a:spcBef>
                <a:spcPts val="200"/>
              </a:spcBef>
              <a:buNone/>
            </a:pPr>
            <a:r>
              <a:rPr lang="vi-VN" sz="1500" b="1" dirty="0">
                <a:solidFill>
                  <a:srgbClr val="FFFFFF"/>
                </a:solidFill>
              </a:rPr>
              <a:t>Đào Trần Tuấn Khanh</a:t>
            </a:r>
          </a:p>
          <a:p>
            <a:pPr>
              <a:lnSpc>
                <a:spcPts val="1600"/>
              </a:lnSpc>
              <a:spcAft>
                <a:spcPts val="500"/>
              </a:spcAft>
              <a:buNone/>
            </a:pPr>
            <a:r>
              <a:rPr lang="vi-VN" sz="1300" dirty="0">
                <a:solidFill>
                  <a:srgbClr val="D6E4FF"/>
                </a:solidFill>
              </a:rPr>
              <a:t>25TX810010</a:t>
            </a:r>
          </a:p>
          <a:p>
            <a:pPr>
              <a:lnSpc>
                <a:spcPts val="1900"/>
              </a:lnSpc>
              <a:spcBef>
                <a:spcPts val="200"/>
              </a:spcBef>
              <a:buNone/>
            </a:pPr>
            <a:r>
              <a:rPr lang="vi-VN" sz="1500" b="1" dirty="0">
                <a:solidFill>
                  <a:srgbClr val="FFFFFF"/>
                </a:solidFill>
              </a:rPr>
              <a:t>Trần Văn Hậu</a:t>
            </a:r>
          </a:p>
          <a:p>
            <a:pPr>
              <a:lnSpc>
                <a:spcPts val="1600"/>
              </a:lnSpc>
              <a:spcAft>
                <a:spcPts val="500"/>
              </a:spcAft>
              <a:buNone/>
            </a:pPr>
            <a:r>
              <a:rPr lang="vi-VN" sz="1300" dirty="0">
                <a:solidFill>
                  <a:srgbClr val="D6E4FF"/>
                </a:solidFill>
              </a:rPr>
              <a:t>25TX810004</a:t>
            </a:r>
          </a:p>
          <a:p>
            <a:pPr>
              <a:lnSpc>
                <a:spcPts val="1900"/>
              </a:lnSpc>
              <a:spcBef>
                <a:spcPts val="200"/>
              </a:spcBef>
              <a:buNone/>
            </a:pPr>
            <a:r>
              <a:rPr lang="vi-VN" sz="1500" b="1" dirty="0">
                <a:solidFill>
                  <a:srgbClr val="FFFFFF"/>
                </a:solidFill>
              </a:rPr>
              <a:t>Đỗ Minh Tâm</a:t>
            </a:r>
          </a:p>
          <a:p>
            <a:pPr>
              <a:lnSpc>
                <a:spcPts val="1600"/>
              </a:lnSpc>
              <a:spcAft>
                <a:spcPts val="500"/>
              </a:spcAft>
              <a:buNone/>
            </a:pPr>
            <a:r>
              <a:rPr lang="vi-VN" sz="1300" dirty="0">
                <a:solidFill>
                  <a:srgbClr val="D6E4FF"/>
                </a:solidFill>
              </a:rPr>
              <a:t>25TX810022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4200" y="558800"/>
            <a:ext cx="635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vi-VN" sz="2000" b="1" dirty="0">
                <a:solidFill>
                  <a:srgbClr val="0B3B8C"/>
                </a:solidFill>
              </a:rPr>
              <a:t>ĐẠI HỌC CÔNG NGHỆ KỸ THUẬT TP. HỒ CHÍ MINH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60ECCA-BA55-49EC-8476-7FCEF2CEC866}"/>
              </a:ext>
            </a:extLst>
          </p:cNvPr>
          <p:cNvSpPr/>
          <p:nvPr/>
        </p:nvSpPr>
        <p:spPr>
          <a:xfrm>
            <a:off x="609600" y="1600200"/>
            <a:ext cx="7620000" cy="38100"/>
          </a:xfrm>
          <a:prstGeom prst="rect">
            <a:avLst/>
          </a:prstGeom>
          <a:solidFill>
            <a:srgbClr val="D7192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LecturerBox">
            <a:extLst>
              <a:ext uri="{FF2B5EF4-FFF2-40B4-BE49-F238E27FC236}">
                <a16:creationId xmlns:a16="http://schemas.microsoft.com/office/drawing/2014/main" id="{D8CBA9FE-DD68-4226-A9A5-F60428000CEC}"/>
              </a:ext>
            </a:extLst>
          </p:cNvPr>
          <p:cNvSpPr txBox="1"/>
          <p:nvPr/>
        </p:nvSpPr>
        <p:spPr>
          <a:xfrm>
            <a:off x="460113" y="4796673"/>
            <a:ext cx="6604000" cy="3340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500" dirty="0">
                <a:solidFill>
                  <a:srgbClr val="6B7280"/>
                </a:solidFill>
              </a:rPr>
              <a:t>Giảng viên hướng dẫn:</a:t>
            </a:r>
            <a:r>
              <a:rPr lang="en-US" sz="1500" dirty="0">
                <a:solidFill>
                  <a:srgbClr val="6B7280"/>
                </a:solidFill>
              </a:rPr>
              <a:t> </a:t>
            </a:r>
            <a:r>
              <a:rPr lang="en-US" sz="1500" dirty="0" err="1">
                <a:solidFill>
                  <a:srgbClr val="6B7280"/>
                </a:solidFill>
              </a:rPr>
              <a:t>Thạc</a:t>
            </a:r>
            <a:r>
              <a:rPr lang="en-US" sz="1500" dirty="0">
                <a:solidFill>
                  <a:srgbClr val="6B7280"/>
                </a:solidFill>
              </a:rPr>
              <a:t> </a:t>
            </a:r>
            <a:r>
              <a:rPr lang="en-US" sz="1500" dirty="0" err="1">
                <a:solidFill>
                  <a:srgbClr val="6B7280"/>
                </a:solidFill>
              </a:rPr>
              <a:t>sĩ</a:t>
            </a:r>
            <a:r>
              <a:rPr lang="vi-VN" sz="1500" dirty="0">
                <a:solidFill>
                  <a:srgbClr val="6B7280"/>
                </a:solidFill>
              </a:rPr>
              <a:t> </a:t>
            </a:r>
            <a:r>
              <a:rPr lang="vi-VN" sz="1500" b="1" dirty="0">
                <a:solidFill>
                  <a:srgbClr val="0B3B8C"/>
                </a:solidFill>
              </a:rPr>
              <a:t>Võ Quang Phúc</a:t>
            </a:r>
          </a:p>
        </p:txBody>
      </p:sp>
    </p:spTree>
    <p:extLst>
      <p:ext uri="{BB962C8B-B14F-4D97-AF65-F5344CB8AC3E}">
        <p14:creationId xmlns:p14="http://schemas.microsoft.com/office/powerpoint/2010/main" val="3480922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vi-VN" sz="1200" b="1" dirty="0">
                <a:solidFill>
                  <a:srgbClr val="D71920"/>
                </a:solidFill>
              </a:rPr>
              <a:t>01 / KHÁI NIỆM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vi-VN" sz="2800" b="1" dirty="0">
                <a:solidFill>
                  <a:srgbClr val="0B5FA5"/>
                </a:solidFill>
              </a:rPr>
              <a:t>C4 Container và Microservices là gì?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dirty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27200"/>
            <a:ext cx="49403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71BB"/>
                </a:solidFill>
                <a:latin typeface="Arial"/>
              </a:rPr>
              <a:t>C4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0600"/>
            <a:ext cx="4953000" cy="787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ts val="2100"/>
              </a:lnSpc>
              <a:spcAft>
                <a:spcPts val="700"/>
              </a:spcAft>
              <a:buNone/>
            </a:pPr>
            <a:r>
              <a:rPr lang="vi-VN" sz="1600" dirty="0">
                <a:solidFill>
                  <a:srgbClr val="111827"/>
                </a:solidFill>
              </a:rPr>
              <a:t>Container là mức 2 của mô hình C4 (Context → Container → Component → Code): bản vẽ cho thấy hệ thống gồm những ứng dụn</a:t>
            </a:r>
            <a:r>
              <a:rPr lang="en-US" sz="1600" dirty="0">
                <a:solidFill>
                  <a:srgbClr val="111827"/>
                </a:solidFill>
              </a:rPr>
              <a:t>g, </a:t>
            </a:r>
            <a:r>
              <a:rPr lang="en-US" sz="1600" dirty="0" err="1">
                <a:solidFill>
                  <a:srgbClr val="111827"/>
                </a:solidFill>
              </a:rPr>
              <a:t>dữ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liệu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và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liên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kết</a:t>
            </a:r>
            <a:r>
              <a:rPr lang="vi-VN" sz="160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6300" y="1727200"/>
            <a:ext cx="25400" cy="42926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7300" y="1727200"/>
            <a:ext cx="51435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71BB"/>
                </a:solidFill>
                <a:latin typeface="Arial"/>
              </a:rPr>
              <a:t>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2260600"/>
            <a:ext cx="4953000" cy="787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lnSpc>
                <a:spcPts val="2100"/>
              </a:lnSpc>
              <a:spcAft>
                <a:spcPts val="700"/>
              </a:spcAft>
              <a:buNone/>
            </a:pPr>
            <a:r>
              <a:rPr lang="vi-VN" sz="1600" dirty="0">
                <a:solidFill>
                  <a:srgbClr val="111827"/>
                </a:solidFill>
              </a:rPr>
              <a:t>Microservices là kiểu kiến trúc chia một ứng dụng lớn thành nhiều dịch vụ nhỏ, mỗi dịch vụ phụ trách một nghiệp vụ</a:t>
            </a:r>
            <a:r>
              <a:rPr lang="en-US" sz="1600" dirty="0">
                <a:solidFill>
                  <a:srgbClr val="111827"/>
                </a:solidFill>
              </a:rPr>
              <a:t>, </a:t>
            </a:r>
            <a:r>
              <a:rPr lang="en-US" sz="1600" dirty="0" err="1">
                <a:solidFill>
                  <a:srgbClr val="111827"/>
                </a:solidFill>
              </a:rPr>
              <a:t>chức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năng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111827"/>
                </a:solidFill>
              </a:rPr>
              <a:t>riêng</a:t>
            </a:r>
            <a:r>
              <a:rPr lang="en-US" sz="1600" dirty="0">
                <a:solidFill>
                  <a:srgbClr val="111827"/>
                </a:solidFill>
              </a:rPr>
              <a:t>.</a:t>
            </a:r>
            <a:endParaRPr lang="vi-VN" sz="1600" dirty="0">
              <a:solidFill>
                <a:srgbClr val="11182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D4195-A5D3-47D8-90E8-881F68B4D703}"/>
              </a:ext>
            </a:extLst>
          </p:cNvPr>
          <p:cNvSpPr/>
          <p:nvPr/>
        </p:nvSpPr>
        <p:spPr>
          <a:xfrm>
            <a:off x="1066800" y="3200400"/>
            <a:ext cx="4191000" cy="5588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</a:rPr>
              <a:t>1 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F54C28-1A38-4DF2-9853-4155FE0E54BD}"/>
              </a:ext>
            </a:extLst>
          </p:cNvPr>
          <p:cNvSpPr/>
          <p:nvPr/>
        </p:nvSpPr>
        <p:spPr>
          <a:xfrm>
            <a:off x="3149600" y="37592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B4396E-4947-4846-9B6B-D7B318DBE378}"/>
              </a:ext>
            </a:extLst>
          </p:cNvPr>
          <p:cNvSpPr/>
          <p:nvPr/>
        </p:nvSpPr>
        <p:spPr>
          <a:xfrm>
            <a:off x="1066800" y="3937000"/>
            <a:ext cx="4191000" cy="558800"/>
          </a:xfrm>
          <a:prstGeom prst="rect">
            <a:avLst/>
          </a:prstGeom>
          <a:solidFill>
            <a:srgbClr val="0B5FA5"/>
          </a:solidFill>
          <a:ln w="12700" cap="flat" cmpd="sng" algn="ctr">
            <a:solidFill>
              <a:srgbClr val="0B5F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  Container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762800-F35C-4E4C-9D7B-9F36779C8289}"/>
              </a:ext>
            </a:extLst>
          </p:cNvPr>
          <p:cNvSpPr/>
          <p:nvPr/>
        </p:nvSpPr>
        <p:spPr>
          <a:xfrm>
            <a:off x="3149600" y="44958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64AEC8-EFA6-468A-85E8-98641B10C501}"/>
              </a:ext>
            </a:extLst>
          </p:cNvPr>
          <p:cNvSpPr/>
          <p:nvPr/>
        </p:nvSpPr>
        <p:spPr>
          <a:xfrm>
            <a:off x="1066800" y="4673600"/>
            <a:ext cx="4191000" cy="5588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</a:rPr>
              <a:t>3  Component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81A7BD-AEDE-4079-99BD-BDA611443367}"/>
              </a:ext>
            </a:extLst>
          </p:cNvPr>
          <p:cNvSpPr/>
          <p:nvPr/>
        </p:nvSpPr>
        <p:spPr>
          <a:xfrm>
            <a:off x="3149600" y="52324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CEB291-1364-4FF0-8E97-655C3847A6AA}"/>
              </a:ext>
            </a:extLst>
          </p:cNvPr>
          <p:cNvSpPr/>
          <p:nvPr/>
        </p:nvSpPr>
        <p:spPr>
          <a:xfrm>
            <a:off x="1066800" y="5410200"/>
            <a:ext cx="4191000" cy="5588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</a:rPr>
              <a:t>4  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A4CC1E-C4CC-49EF-9BF9-2863FF58F8DC}"/>
              </a:ext>
            </a:extLst>
          </p:cNvPr>
          <p:cNvSpPr/>
          <p:nvPr/>
        </p:nvSpPr>
        <p:spPr>
          <a:xfrm>
            <a:off x="5384800" y="4038600"/>
            <a:ext cx="1270" cy="127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endParaRPr lang="en-US" sz="1300">
              <a:solidFill>
                <a:srgbClr val="111827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FEB165-603C-431B-A559-93AC89B4F9DC}"/>
              </a:ext>
            </a:extLst>
          </p:cNvPr>
          <p:cNvSpPr/>
          <p:nvPr/>
        </p:nvSpPr>
        <p:spPr>
          <a:xfrm>
            <a:off x="7112000" y="3200400"/>
            <a:ext cx="3429000" cy="5080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</a:rPr>
              <a:t>Client  (Web / Mobile)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3FA0B0-C96A-471B-97E6-10E6BE830A5B}"/>
              </a:ext>
            </a:extLst>
          </p:cNvPr>
          <p:cNvSpPr/>
          <p:nvPr/>
        </p:nvSpPr>
        <p:spPr>
          <a:xfrm>
            <a:off x="8813800" y="3708400"/>
            <a:ext cx="25400" cy="2032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7745C-A886-4EF1-BA0D-617648D638E7}"/>
              </a:ext>
            </a:extLst>
          </p:cNvPr>
          <p:cNvSpPr/>
          <p:nvPr/>
        </p:nvSpPr>
        <p:spPr>
          <a:xfrm>
            <a:off x="7112000" y="3911600"/>
            <a:ext cx="3429000" cy="508000"/>
          </a:xfrm>
          <a:prstGeom prst="rect">
            <a:avLst/>
          </a:prstGeom>
          <a:solidFill>
            <a:srgbClr val="0B5FA5"/>
          </a:solidFill>
          <a:ln w="12700" cap="flat" cmpd="sng" algn="ctr">
            <a:solidFill>
              <a:srgbClr val="0B5FA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E88F91-CAD6-47C8-A2F6-3E5CA38DB4FC}"/>
              </a:ext>
            </a:extLst>
          </p:cNvPr>
          <p:cNvSpPr/>
          <p:nvPr/>
        </p:nvSpPr>
        <p:spPr>
          <a:xfrm>
            <a:off x="8813800" y="44196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55E912-9DB3-4BDD-88C3-6B4087292BBE}"/>
              </a:ext>
            </a:extLst>
          </p:cNvPr>
          <p:cNvSpPr/>
          <p:nvPr/>
        </p:nvSpPr>
        <p:spPr>
          <a:xfrm>
            <a:off x="7112000" y="4597400"/>
            <a:ext cx="3429000" cy="254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1328DC-DF93-4471-BCA5-D6CFE7638D32}"/>
              </a:ext>
            </a:extLst>
          </p:cNvPr>
          <p:cNvSpPr/>
          <p:nvPr/>
        </p:nvSpPr>
        <p:spPr>
          <a:xfrm>
            <a:off x="7099300" y="45974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150F3A-91D9-46AA-A1FF-012C14380324}"/>
              </a:ext>
            </a:extLst>
          </p:cNvPr>
          <p:cNvSpPr/>
          <p:nvPr/>
        </p:nvSpPr>
        <p:spPr>
          <a:xfrm>
            <a:off x="6350000" y="4775200"/>
            <a:ext cx="1498600" cy="5842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11827"/>
                </a:solidFill>
              </a:rPr>
              <a:t>Dịch vụ Kho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CD5A94D-2576-4036-916F-75ED11622518}"/>
              </a:ext>
            </a:extLst>
          </p:cNvPr>
          <p:cNvSpPr/>
          <p:nvPr/>
        </p:nvSpPr>
        <p:spPr>
          <a:xfrm>
            <a:off x="6654800" y="5435600"/>
            <a:ext cx="889000" cy="304800"/>
          </a:xfrm>
          <a:prstGeom prst="round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</a:rPr>
              <a:t>DB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48B6F7-0B20-4ED5-B5FB-06F75E1D1BD9}"/>
              </a:ext>
            </a:extLst>
          </p:cNvPr>
          <p:cNvSpPr/>
          <p:nvPr/>
        </p:nvSpPr>
        <p:spPr>
          <a:xfrm>
            <a:off x="7099300" y="5359400"/>
            <a:ext cx="25400" cy="762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436693-F6E6-4AA0-B376-623435F661EB}"/>
              </a:ext>
            </a:extLst>
          </p:cNvPr>
          <p:cNvSpPr/>
          <p:nvPr/>
        </p:nvSpPr>
        <p:spPr>
          <a:xfrm>
            <a:off x="8826500" y="45974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4F6346-E516-455C-9826-F62349173905}"/>
              </a:ext>
            </a:extLst>
          </p:cNvPr>
          <p:cNvSpPr/>
          <p:nvPr/>
        </p:nvSpPr>
        <p:spPr>
          <a:xfrm>
            <a:off x="8077200" y="4775200"/>
            <a:ext cx="1498600" cy="5842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11827"/>
                </a:solidFill>
              </a:rPr>
              <a:t>Dịch vụ Báo cáo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6EB4DC8-1BA7-46A2-B6AA-02555C5E3A20}"/>
              </a:ext>
            </a:extLst>
          </p:cNvPr>
          <p:cNvSpPr/>
          <p:nvPr/>
        </p:nvSpPr>
        <p:spPr>
          <a:xfrm>
            <a:off x="8382000" y="5435600"/>
            <a:ext cx="889000" cy="304800"/>
          </a:xfrm>
          <a:prstGeom prst="round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</a:rPr>
              <a:t>DB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9DD034-5762-4AD5-9D2C-FA9AF2C0197E}"/>
              </a:ext>
            </a:extLst>
          </p:cNvPr>
          <p:cNvSpPr/>
          <p:nvPr/>
        </p:nvSpPr>
        <p:spPr>
          <a:xfrm>
            <a:off x="8826500" y="5359400"/>
            <a:ext cx="25400" cy="762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C2C5FD-C895-42C6-90B9-1B2272D0F492}"/>
              </a:ext>
            </a:extLst>
          </p:cNvPr>
          <p:cNvSpPr/>
          <p:nvPr/>
        </p:nvSpPr>
        <p:spPr>
          <a:xfrm>
            <a:off x="10553700" y="4597400"/>
            <a:ext cx="25400" cy="1778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1773A5-F029-475C-8AF2-614701C9E144}"/>
              </a:ext>
            </a:extLst>
          </p:cNvPr>
          <p:cNvSpPr/>
          <p:nvPr/>
        </p:nvSpPr>
        <p:spPr>
          <a:xfrm>
            <a:off x="9804400" y="4775200"/>
            <a:ext cx="1498600" cy="584200"/>
          </a:xfrm>
          <a:prstGeom prst="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11827"/>
                </a:solidFill>
              </a:rPr>
              <a:t>Dịch vụ Thông báo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773D513-FD0A-4331-A567-3DBA8E7E3F66}"/>
              </a:ext>
            </a:extLst>
          </p:cNvPr>
          <p:cNvSpPr/>
          <p:nvPr/>
        </p:nvSpPr>
        <p:spPr>
          <a:xfrm>
            <a:off x="10109200" y="5435600"/>
            <a:ext cx="889000" cy="304800"/>
          </a:xfrm>
          <a:prstGeom prst="roundRect">
            <a:avLst/>
          </a:prstGeom>
          <a:solidFill>
            <a:srgbClr val="EAF1F8"/>
          </a:solidFill>
          <a:ln w="12700" cap="flat" cmpd="sng" algn="ctr">
            <a:solidFill>
              <a:srgbClr val="C7D6E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</a:rPr>
              <a:t>DB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D4EE3A-9212-409C-8897-901494400B17}"/>
              </a:ext>
            </a:extLst>
          </p:cNvPr>
          <p:cNvSpPr/>
          <p:nvPr/>
        </p:nvSpPr>
        <p:spPr>
          <a:xfrm>
            <a:off x="10553700" y="5359400"/>
            <a:ext cx="25400" cy="762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8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 image for C4 Model">
            <a:extLst>
              <a:ext uri="{FF2B5EF4-FFF2-40B4-BE49-F238E27FC236}">
                <a16:creationId xmlns:a16="http://schemas.microsoft.com/office/drawing/2014/main" id="{0AC3D38C-29E1-C26B-B870-37D73BB55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498600"/>
            <a:ext cx="10883900" cy="4572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CC7A61-E146-4B1E-A734-B3D29DF35D56}"/>
              </a:ext>
            </a:extLst>
          </p:cNvPr>
          <p:cNvSpPr/>
          <p:nvPr/>
        </p:nvSpPr>
        <p:spPr>
          <a:xfrm>
            <a:off x="0" y="0"/>
            <a:ext cx="11633200" cy="762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8ADADD-90DE-4EBA-9E39-7FCA9369D317}"/>
              </a:ext>
            </a:extLst>
          </p:cNvPr>
          <p:cNvSpPr/>
          <p:nvPr/>
        </p:nvSpPr>
        <p:spPr>
          <a:xfrm>
            <a:off x="11633200" y="0"/>
            <a:ext cx="558800" cy="76200"/>
          </a:xfrm>
          <a:prstGeom prst="rect">
            <a:avLst/>
          </a:prstGeom>
          <a:solidFill>
            <a:srgbClr val="D7192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DEEC7-1058-48E8-A902-4A076CF0FF4A}"/>
              </a:ext>
            </a:extLst>
          </p:cNvPr>
          <p:cNvSpPr txBox="1"/>
          <p:nvPr/>
        </p:nvSpPr>
        <p:spPr>
          <a:xfrm>
            <a:off x="546100" y="254000"/>
            <a:ext cx="635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vi-VN" sz="1200" b="1" dirty="0">
                <a:solidFill>
                  <a:srgbClr val="D71920"/>
                </a:solidFill>
              </a:rPr>
              <a:t>02 / MÔ HÌNH C4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94B06-285A-4904-BBBC-085A0A3B34B0}"/>
              </a:ext>
            </a:extLst>
          </p:cNvPr>
          <p:cNvSpPr txBox="1"/>
          <p:nvPr/>
        </p:nvSpPr>
        <p:spPr>
          <a:xfrm>
            <a:off x="546100" y="533400"/>
            <a:ext cx="11049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vi-VN" sz="2800" b="1" dirty="0">
                <a:solidFill>
                  <a:srgbClr val="0B5FA5"/>
                </a:solidFill>
              </a:rPr>
              <a:t>Mô hình C4 gồm 4 mức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00ED4-8317-4E89-88D4-B655C9BED55B}"/>
              </a:ext>
            </a:extLst>
          </p:cNvPr>
          <p:cNvSpPr/>
          <p:nvPr/>
        </p:nvSpPr>
        <p:spPr>
          <a:xfrm>
            <a:off x="546100" y="6350000"/>
            <a:ext cx="11087100" cy="12700"/>
          </a:xfrm>
          <a:prstGeom prst="rect">
            <a:avLst/>
          </a:prstGeom>
          <a:solidFill>
            <a:srgbClr val="C7D6E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2FFE8-0F68-44EC-9913-E9BF19D0699E}"/>
              </a:ext>
            </a:extLst>
          </p:cNvPr>
          <p:cNvSpPr txBox="1"/>
          <p:nvPr/>
        </p:nvSpPr>
        <p:spPr>
          <a:xfrm>
            <a:off x="571500" y="6400800"/>
            <a:ext cx="7620000" cy="2308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vi-VN" sz="900" b="1" dirty="0">
                <a:solidFill>
                  <a:srgbClr val="8497B0"/>
                </a:solidFill>
              </a:rPr>
              <a:t>SPORT HUB  /  C4 CONTAINER &amp; MICROSERVICES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9A526-481B-415B-A6DB-0D662E00688C}"/>
              </a:ext>
            </a:extLst>
          </p:cNvPr>
          <p:cNvSpPr txBox="1"/>
          <p:nvPr/>
        </p:nvSpPr>
        <p:spPr>
          <a:xfrm>
            <a:off x="11201400" y="6375400"/>
            <a:ext cx="4064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>
              <a:buNone/>
            </a:pPr>
            <a:r>
              <a:rPr lang="vi-VN" sz="1000" b="1" dirty="0">
                <a:solidFill>
                  <a:srgbClr val="0B5FA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36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02 / PHÂN CÔNG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71BB"/>
                </a:solidFill>
                <a:latin typeface="Arial"/>
              </a:rPr>
              <a:t>Phân công công việc của 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09344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343F"/>
                </a:solidFill>
                <a:latin typeface="Arial"/>
              </a:rPr>
              <a:t>Nguyễn Anh Duy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75104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873"/>
                </a:solidFill>
                <a:latin typeface="Arial"/>
              </a:rPr>
              <a:t>25TX610002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636776"/>
            <a:ext cx="32004" cy="658368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1618488"/>
            <a:ext cx="289864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lang="en-US" b="1" dirty="0">
                <a:solidFill>
                  <a:srgbClr val="0071BB"/>
                </a:solidFill>
                <a:latin typeface="Arial"/>
              </a:rPr>
              <a:t>Gateway</a:t>
            </a:r>
            <a:r>
              <a:rPr sz="1800" b="1" dirty="0">
                <a:solidFill>
                  <a:srgbClr val="0071BB"/>
                </a:solidFill>
                <a:latin typeface="Arial"/>
              </a:rPr>
              <a:t> &amp; </a:t>
            </a:r>
            <a:r>
              <a:rPr lang="en-US" b="1" dirty="0">
                <a:solidFill>
                  <a:srgbClr val="0071BB"/>
                </a:solidFill>
                <a:latin typeface="Arial"/>
              </a:rPr>
              <a:t>Inventory</a:t>
            </a:r>
            <a:endParaRPr sz="1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0488" y="1600200"/>
            <a:ext cx="5239512" cy="2461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600" b="0" dirty="0">
                <a:solidFill>
                  <a:srgbClr val="26343F"/>
                </a:solidFill>
                <a:latin typeface="Arial"/>
              </a:rPr>
              <a:t>API </a:t>
            </a:r>
            <a:r>
              <a:rPr sz="1600" b="0" dirty="0" err="1">
                <a:solidFill>
                  <a:srgbClr val="26343F"/>
                </a:solidFill>
                <a:latin typeface="Arial"/>
              </a:rPr>
              <a:t>đơn</a:t>
            </a:r>
            <a:r>
              <a:rPr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343F"/>
                </a:solidFill>
                <a:latin typeface="Arial"/>
              </a:rPr>
              <a:t>hàng</a:t>
            </a:r>
            <a:r>
              <a:rPr sz="1600" b="0" dirty="0">
                <a:solidFill>
                  <a:srgbClr val="26343F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6343F"/>
                </a:solidFill>
                <a:latin typeface="Arial"/>
              </a:rPr>
              <a:t>xác</a:t>
            </a:r>
            <a:r>
              <a:rPr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6343F"/>
                </a:solidFill>
                <a:latin typeface="Arial"/>
              </a:rPr>
              <a:t>thực</a:t>
            </a:r>
            <a:r>
              <a:rPr sz="1600" b="0" dirty="0">
                <a:solidFill>
                  <a:srgbClr val="26343F"/>
                </a:solidFill>
                <a:latin typeface="Arial"/>
              </a:rPr>
              <a:t>, event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RabbitMQ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, Firebase.</a:t>
            </a:r>
            <a:endParaRPr sz="1600" b="0" dirty="0">
              <a:solidFill>
                <a:srgbClr val="26343F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" y="2450592"/>
            <a:ext cx="10762488" cy="10972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642615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343F"/>
                </a:solidFill>
                <a:latin typeface="Arial"/>
              </a:rPr>
              <a:t>Đào Trần Tuấn Khanh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08375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873"/>
                </a:solidFill>
                <a:latin typeface="Arial"/>
              </a:rPr>
              <a:t>25TX810010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2670047"/>
            <a:ext cx="32004" cy="658368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36976" y="2651759"/>
            <a:ext cx="289864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71BB"/>
                </a:solidFill>
                <a:latin typeface="Arial"/>
              </a:rPr>
              <a:t>Hạ</a:t>
            </a:r>
            <a:r>
              <a:rPr lang="en-US" sz="1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1800" b="1" dirty="0" err="1">
                <a:solidFill>
                  <a:srgbClr val="0071BB"/>
                </a:solidFill>
                <a:latin typeface="Arial"/>
              </a:rPr>
              <a:t>tầng</a:t>
            </a:r>
            <a:r>
              <a:rPr lang="en-US" sz="1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1800" b="1" dirty="0" err="1">
                <a:solidFill>
                  <a:srgbClr val="0071BB"/>
                </a:solidFill>
                <a:latin typeface="Arial"/>
              </a:rPr>
              <a:t>và</a:t>
            </a:r>
            <a:r>
              <a:rPr lang="en-US" sz="1800" b="1" dirty="0">
                <a:solidFill>
                  <a:srgbClr val="0071BB"/>
                </a:solidFill>
                <a:latin typeface="Arial"/>
              </a:rPr>
              <a:t> DevOps</a:t>
            </a:r>
            <a:endParaRPr sz="1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0488" y="2642615"/>
            <a:ext cx="5239512" cy="2461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Triển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khai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Docker, 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CI/CD, VM </a:t>
            </a:r>
            <a:r>
              <a:rPr lang="en-US" sz="1600" dirty="0" err="1">
                <a:solidFill>
                  <a:srgbClr val="26343F"/>
                </a:solidFill>
                <a:latin typeface="Arial"/>
              </a:rPr>
              <a:t>và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 testing.</a:t>
            </a:r>
            <a:endParaRPr sz="1600" b="0" dirty="0">
              <a:solidFill>
                <a:srgbClr val="26343F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7512" y="3483863"/>
            <a:ext cx="10762488" cy="10972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675887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343F"/>
                </a:solidFill>
                <a:latin typeface="Arial"/>
              </a:rPr>
              <a:t>Trần Văn Hậu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041648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873"/>
                </a:solidFill>
                <a:latin typeface="Arial"/>
              </a:rPr>
              <a:t>25TX810004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3703320"/>
            <a:ext cx="32004" cy="658368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3685031"/>
            <a:ext cx="2898648" cy="576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800" b="1" dirty="0" err="1">
                <a:solidFill>
                  <a:srgbClr val="0071BB"/>
                </a:solidFill>
                <a:latin typeface="Arial"/>
              </a:rPr>
              <a:t>Dữ</a:t>
            </a:r>
            <a:r>
              <a:rPr sz="1800" b="1" dirty="0">
                <a:solidFill>
                  <a:srgbClr val="0071BB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071BB"/>
                </a:solidFill>
                <a:latin typeface="Arial"/>
              </a:rPr>
              <a:t>liệu</a:t>
            </a:r>
            <a:r>
              <a:rPr sz="1800" b="1" dirty="0">
                <a:solidFill>
                  <a:srgbClr val="0071BB"/>
                </a:solidFill>
                <a:latin typeface="Arial"/>
              </a:rPr>
              <a:t> &amp; </a:t>
            </a:r>
            <a:r>
              <a:rPr lang="en-US" b="1" dirty="0">
                <a:solidFill>
                  <a:srgbClr val="0071BB"/>
                </a:solidFill>
                <a:latin typeface="Arial"/>
              </a:rPr>
              <a:t>Analytics service</a:t>
            </a:r>
            <a:endParaRPr sz="1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90488" y="3666744"/>
            <a:ext cx="5239512" cy="2461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26343F"/>
                </a:solidFill>
                <a:latin typeface="Arial"/>
              </a:rPr>
              <a:t>Schema MySQL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, service </a:t>
            </a:r>
            <a:r>
              <a:rPr lang="en-US" sz="1600" dirty="0" err="1">
                <a:solidFill>
                  <a:srgbClr val="26343F"/>
                </a:solidFill>
                <a:latin typeface="Arial"/>
              </a:rPr>
              <a:t>báo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dirty="0" err="1">
                <a:solidFill>
                  <a:srgbClr val="26343F"/>
                </a:solidFill>
                <a:latin typeface="Arial"/>
              </a:rPr>
              <a:t>cáo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 Python, </a:t>
            </a:r>
            <a:r>
              <a:rPr lang="en-US" sz="1600" dirty="0" err="1">
                <a:solidFill>
                  <a:srgbClr val="26343F"/>
                </a:solidFill>
                <a:latin typeface="Arial"/>
              </a:rPr>
              <a:t>trình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dirty="0" err="1">
                <a:solidFill>
                  <a:srgbClr val="26343F"/>
                </a:solidFill>
                <a:latin typeface="Arial"/>
              </a:rPr>
              <a:t>bày</a:t>
            </a:r>
            <a:r>
              <a:rPr lang="en-US" sz="1600" dirty="0">
                <a:solidFill>
                  <a:srgbClr val="26343F"/>
                </a:solidFill>
                <a:latin typeface="Arial"/>
              </a:rPr>
              <a:t>.</a:t>
            </a:r>
            <a:endParaRPr sz="1600" b="0" dirty="0">
              <a:solidFill>
                <a:srgbClr val="26343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7512" y="4517136"/>
            <a:ext cx="10762488" cy="10972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4709159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6343F"/>
                </a:solidFill>
                <a:latin typeface="Arial"/>
              </a:rPr>
              <a:t>Đỗ Minh Tâm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5074920"/>
            <a:ext cx="21762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873"/>
                </a:solidFill>
                <a:latin typeface="Arial"/>
              </a:rPr>
              <a:t>25TX810022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4736592"/>
            <a:ext cx="32004" cy="658368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36976" y="4718303"/>
            <a:ext cx="289864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lang="en-US" b="1" dirty="0">
                <a:solidFill>
                  <a:srgbClr val="0071BB"/>
                </a:solidFill>
                <a:latin typeface="Arial"/>
              </a:rPr>
              <a:t>BA </a:t>
            </a:r>
            <a:r>
              <a:rPr sz="1800" b="1" dirty="0">
                <a:solidFill>
                  <a:srgbClr val="0071BB"/>
                </a:solidFill>
                <a:latin typeface="Arial"/>
              </a:rPr>
              <a:t>&amp; </a:t>
            </a:r>
            <a:r>
              <a:rPr lang="en-US" b="1" dirty="0">
                <a:solidFill>
                  <a:srgbClr val="0071BB"/>
                </a:solidFill>
                <a:latin typeface="Arial"/>
              </a:rPr>
              <a:t>Frontend</a:t>
            </a:r>
            <a:endParaRPr sz="1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90488" y="4700016"/>
            <a:ext cx="523951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Phát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triển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giao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diện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,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tìm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hiểu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quy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trình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website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và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phân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tích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chức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năng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từng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service,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tài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sz="1600" b="0" dirty="0" err="1">
                <a:solidFill>
                  <a:srgbClr val="26343F"/>
                </a:solidFill>
                <a:latin typeface="Arial"/>
              </a:rPr>
              <a:t>liệu</a:t>
            </a:r>
            <a:r>
              <a:rPr lang="en-US" sz="1600" b="0" dirty="0">
                <a:solidFill>
                  <a:srgbClr val="26343F"/>
                </a:solidFill>
                <a:latin typeface="Arial"/>
              </a:rPr>
              <a:t>.</a:t>
            </a:r>
            <a:endParaRPr sz="1600" b="0" dirty="0">
              <a:solidFill>
                <a:srgbClr val="26343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03 /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Kiến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trúc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tổng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quan</a:t>
            </a:r>
            <a:endParaRPr sz="2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04</a:t>
            </a:r>
          </a:p>
        </p:txBody>
      </p:sp>
      <p:pic>
        <p:nvPicPr>
          <p:cNvPr id="10" name="Picture 9" descr="10-container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997087"/>
            <a:ext cx="12042648" cy="32570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04 /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2800" b="1" dirty="0" err="1">
                <a:solidFill>
                  <a:srgbClr val="0B5FA5"/>
                </a:solidFill>
              </a:rPr>
              <a:t>Chức</a:t>
            </a:r>
            <a:r>
              <a:rPr lang="en-US" sz="2800" b="1" dirty="0">
                <a:solidFill>
                  <a:srgbClr val="0B5FA5"/>
                </a:solidFill>
              </a:rPr>
              <a:t> </a:t>
            </a:r>
            <a:r>
              <a:rPr lang="en-US" sz="2800" b="1" dirty="0" err="1">
                <a:solidFill>
                  <a:srgbClr val="0B5FA5"/>
                </a:solidFill>
              </a:rPr>
              <a:t>năng</a:t>
            </a:r>
            <a:r>
              <a:rPr lang="en-US" sz="2800" b="1" dirty="0">
                <a:solidFill>
                  <a:srgbClr val="0B5FA5"/>
                </a:solidFill>
              </a:rPr>
              <a:t> </a:t>
            </a:r>
            <a:r>
              <a:rPr lang="en-US" sz="2800" b="1" dirty="0" err="1">
                <a:solidFill>
                  <a:srgbClr val="0B5FA5"/>
                </a:solidFill>
              </a:rPr>
              <a:t>mỗi</a:t>
            </a:r>
            <a:r>
              <a:rPr lang="en-US" sz="2800" b="1" dirty="0">
                <a:solidFill>
                  <a:srgbClr val="0B5FA5"/>
                </a:solidFill>
              </a:rPr>
              <a:t> service</a:t>
            </a:r>
            <a:endParaRPr lang="vi-VN" sz="2800" b="1" dirty="0">
              <a:solidFill>
                <a:srgbClr val="0B5FA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421052-68A5-4071-8B21-66FF1848C3A6}"/>
              </a:ext>
            </a:extLst>
          </p:cNvPr>
          <p:cNvSpPr txBox="1"/>
          <p:nvPr/>
        </p:nvSpPr>
        <p:spPr>
          <a:xfrm>
            <a:off x="609600" y="1397000"/>
            <a:ext cx="381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vi-VN" sz="1100" b="1" dirty="0">
                <a:solidFill>
                  <a:srgbClr val="D71920"/>
                </a:solidFill>
              </a:rPr>
              <a:t>SERVICE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10B70E-F45F-4C91-B255-DFCAB4ED8A16}"/>
              </a:ext>
            </a:extLst>
          </p:cNvPr>
          <p:cNvSpPr txBox="1"/>
          <p:nvPr/>
        </p:nvSpPr>
        <p:spPr>
          <a:xfrm>
            <a:off x="6858000" y="1397000"/>
            <a:ext cx="47752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vi-VN" sz="1100" b="1" dirty="0">
                <a:solidFill>
                  <a:srgbClr val="D71920"/>
                </a:solidFill>
              </a:rPr>
              <a:t>DỮ LIỆU &amp; DỊCH VỤ NGOÀI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EB35B8-6E3D-4F55-B342-7BAD31700A64}"/>
              </a:ext>
            </a:extLst>
          </p:cNvPr>
          <p:cNvSpPr/>
          <p:nvPr/>
        </p:nvSpPr>
        <p:spPr>
          <a:xfrm>
            <a:off x="609600" y="1727200"/>
            <a:ext cx="5969000" cy="800100"/>
          </a:xfrm>
          <a:prstGeom prst="rect">
            <a:avLst/>
          </a:prstGeom>
          <a:solidFill>
            <a:srgbClr val="EAF1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F92503-1AEA-461E-9CFE-4C149FAAE863}"/>
              </a:ext>
            </a:extLst>
          </p:cNvPr>
          <p:cNvSpPr/>
          <p:nvPr/>
        </p:nvSpPr>
        <p:spPr>
          <a:xfrm>
            <a:off x="609600" y="1727200"/>
            <a:ext cx="50800" cy="8001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07469-82A3-4D6A-AAA6-D5591DE5513C}"/>
              </a:ext>
            </a:extLst>
          </p:cNvPr>
          <p:cNvSpPr txBox="1"/>
          <p:nvPr/>
        </p:nvSpPr>
        <p:spPr>
          <a:xfrm>
            <a:off x="812800" y="1803400"/>
            <a:ext cx="558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0B5FA5"/>
                </a:solidFill>
              </a:rPr>
              <a:t>Frontend</a:t>
            </a:r>
            <a:r>
              <a:rPr lang="vi-VN" sz="1100" dirty="0">
                <a:solidFill>
                  <a:srgbClr val="64748B"/>
                </a:solidFill>
              </a:rPr>
              <a:t>   React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Giao diện mua hàng và CMS; gọi API nghiệp vụ qua Gateway.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0C4770-2003-4F52-9526-45FAF1FA00CF}"/>
              </a:ext>
            </a:extLst>
          </p:cNvPr>
          <p:cNvSpPr/>
          <p:nvPr/>
        </p:nvSpPr>
        <p:spPr>
          <a:xfrm>
            <a:off x="609600" y="2679700"/>
            <a:ext cx="5969000" cy="800100"/>
          </a:xfrm>
          <a:prstGeom prst="rect">
            <a:avLst/>
          </a:prstGeom>
          <a:solidFill>
            <a:srgbClr val="EAF1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43FA9E-9598-431D-972E-7DCB46AB3BEC}"/>
              </a:ext>
            </a:extLst>
          </p:cNvPr>
          <p:cNvSpPr/>
          <p:nvPr/>
        </p:nvSpPr>
        <p:spPr>
          <a:xfrm>
            <a:off x="609600" y="2679700"/>
            <a:ext cx="50800" cy="8001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9473D7-FA1A-4888-AE19-C7F69E394880}"/>
              </a:ext>
            </a:extLst>
          </p:cNvPr>
          <p:cNvSpPr txBox="1"/>
          <p:nvPr/>
        </p:nvSpPr>
        <p:spPr>
          <a:xfrm>
            <a:off x="812800" y="2755900"/>
            <a:ext cx="558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0B5FA5"/>
                </a:solidFill>
              </a:rPr>
              <a:t>API Gateway</a:t>
            </a:r>
            <a:r>
              <a:rPr lang="vi-VN" sz="1100" dirty="0">
                <a:solidFill>
                  <a:srgbClr val="64748B"/>
                </a:solidFill>
              </a:rPr>
              <a:t>   Node / Express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Cửa vào API; xác thực, quản lý sản phẩm và đơn hàng, chuyển yêu cầu xem kho – báo cáo, phát event.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7BF4A4-741A-4F89-97E5-6EA761B04AF6}"/>
              </a:ext>
            </a:extLst>
          </p:cNvPr>
          <p:cNvSpPr/>
          <p:nvPr/>
        </p:nvSpPr>
        <p:spPr>
          <a:xfrm>
            <a:off x="609600" y="3632200"/>
            <a:ext cx="5969000" cy="800100"/>
          </a:xfrm>
          <a:prstGeom prst="rect">
            <a:avLst/>
          </a:prstGeom>
          <a:solidFill>
            <a:srgbClr val="EAF1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C57A26-2544-4100-8588-5E00926544C6}"/>
              </a:ext>
            </a:extLst>
          </p:cNvPr>
          <p:cNvSpPr/>
          <p:nvPr/>
        </p:nvSpPr>
        <p:spPr>
          <a:xfrm>
            <a:off x="609600" y="3632200"/>
            <a:ext cx="50800" cy="8001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71F9D2-B3CD-4043-87B5-0B55C56A227D}"/>
              </a:ext>
            </a:extLst>
          </p:cNvPr>
          <p:cNvSpPr txBox="1"/>
          <p:nvPr/>
        </p:nvSpPr>
        <p:spPr>
          <a:xfrm>
            <a:off x="812800" y="3708400"/>
            <a:ext cx="558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0B5FA5"/>
                </a:solidFill>
              </a:rPr>
              <a:t>Inventory</a:t>
            </a:r>
            <a:r>
              <a:rPr lang="vi-VN" sz="1100" dirty="0">
                <a:solidFill>
                  <a:srgbClr val="64748B"/>
                </a:solidFill>
              </a:rPr>
              <a:t>   Go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Quản lý tồn kho; giữ, trừ hoặc hoàn kho cho đơn hàng.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AEA485-ACB8-46F1-B0F0-CDCCDBA6F1E6}"/>
              </a:ext>
            </a:extLst>
          </p:cNvPr>
          <p:cNvSpPr/>
          <p:nvPr/>
        </p:nvSpPr>
        <p:spPr>
          <a:xfrm>
            <a:off x="609600" y="4584700"/>
            <a:ext cx="5969000" cy="800100"/>
          </a:xfrm>
          <a:prstGeom prst="rect">
            <a:avLst/>
          </a:prstGeom>
          <a:solidFill>
            <a:srgbClr val="EAF1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30982A-A0E9-4189-A905-BAA57F4FF23F}"/>
              </a:ext>
            </a:extLst>
          </p:cNvPr>
          <p:cNvSpPr/>
          <p:nvPr/>
        </p:nvSpPr>
        <p:spPr>
          <a:xfrm>
            <a:off x="609600" y="4584700"/>
            <a:ext cx="50800" cy="8001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8B4916-E394-4FC5-A9A0-B09EB0AA0FA0}"/>
              </a:ext>
            </a:extLst>
          </p:cNvPr>
          <p:cNvSpPr txBox="1"/>
          <p:nvPr/>
        </p:nvSpPr>
        <p:spPr>
          <a:xfrm>
            <a:off x="812800" y="4660900"/>
            <a:ext cx="558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0B5FA5"/>
                </a:solidFill>
              </a:rPr>
              <a:t>Analytics</a:t>
            </a:r>
            <a:r>
              <a:rPr lang="vi-VN" sz="1100" dirty="0">
                <a:solidFill>
                  <a:srgbClr val="64748B"/>
                </a:solidFill>
              </a:rPr>
              <a:t>   FastAPI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Ghi nhận số liệu bán hàng và cung cấp API báo cáo.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D2D314-8B0A-4E87-A0C2-9D6016EB0287}"/>
              </a:ext>
            </a:extLst>
          </p:cNvPr>
          <p:cNvSpPr/>
          <p:nvPr/>
        </p:nvSpPr>
        <p:spPr>
          <a:xfrm>
            <a:off x="609600" y="5537200"/>
            <a:ext cx="5969000" cy="800100"/>
          </a:xfrm>
          <a:prstGeom prst="rect">
            <a:avLst/>
          </a:prstGeom>
          <a:solidFill>
            <a:srgbClr val="EAF1F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06C1ED-A2A5-436E-A143-0815B63901BF}"/>
              </a:ext>
            </a:extLst>
          </p:cNvPr>
          <p:cNvSpPr/>
          <p:nvPr/>
        </p:nvSpPr>
        <p:spPr>
          <a:xfrm>
            <a:off x="609600" y="5537200"/>
            <a:ext cx="50800" cy="8001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9A4567-52EF-4977-97CE-A52037B97C0F}"/>
              </a:ext>
            </a:extLst>
          </p:cNvPr>
          <p:cNvSpPr txBox="1"/>
          <p:nvPr/>
        </p:nvSpPr>
        <p:spPr>
          <a:xfrm>
            <a:off x="812800" y="5613400"/>
            <a:ext cx="5588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0B5FA5"/>
                </a:solidFill>
              </a:rPr>
              <a:t>Notification</a:t>
            </a:r>
            <a:r>
              <a:rPr lang="vi-VN" sz="1100" dirty="0">
                <a:solidFill>
                  <a:srgbClr val="64748B"/>
                </a:solidFill>
              </a:rPr>
              <a:t>   Node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Theo dõi các bước xử lý đơn, lưu thông báo và gử.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6B2F67-0BB1-41F7-A472-DD17F59C2CC8}"/>
              </a:ext>
            </a:extLst>
          </p:cNvPr>
          <p:cNvSpPr/>
          <p:nvPr/>
        </p:nvSpPr>
        <p:spPr>
          <a:xfrm>
            <a:off x="6858000" y="1727200"/>
            <a:ext cx="4775200" cy="1346200"/>
          </a:xfrm>
          <a:prstGeom prst="rect">
            <a:avLst/>
          </a:prstGeom>
          <a:solidFill>
            <a:srgbClr val="F3F4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2A3931-3814-4262-ADF6-9B63C227DE3A}"/>
              </a:ext>
            </a:extLst>
          </p:cNvPr>
          <p:cNvSpPr/>
          <p:nvPr/>
        </p:nvSpPr>
        <p:spPr>
          <a:xfrm>
            <a:off x="6858000" y="1727200"/>
            <a:ext cx="50800" cy="1346200"/>
          </a:xfrm>
          <a:prstGeom prst="rect">
            <a:avLst/>
          </a:prstGeom>
          <a:solidFill>
            <a:srgbClr val="94A3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09C3A3-1DB4-48A6-97EF-4E13685366E7}"/>
              </a:ext>
            </a:extLst>
          </p:cNvPr>
          <p:cNvSpPr txBox="1"/>
          <p:nvPr/>
        </p:nvSpPr>
        <p:spPr>
          <a:xfrm>
            <a:off x="7061200" y="1828800"/>
            <a:ext cx="43942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334155"/>
                </a:solidFill>
              </a:rPr>
              <a:t>MySQL</a:t>
            </a:r>
          </a:p>
          <a:p>
            <a:pPr>
              <a:lnSpc>
                <a:spcPts val="1650"/>
              </a:lnSpc>
              <a:buNone/>
            </a:pPr>
            <a:r>
              <a:rPr lang="vi-VN" sz="1300" dirty="0">
                <a:solidFill>
                  <a:srgbClr val="333F50"/>
                </a:solidFill>
              </a:rPr>
              <a:t>Lưu dữ liệu của các service; hiện là một database dùng chung.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D8DD53-47A1-46E6-B7E4-B1F25F20DEA6}"/>
              </a:ext>
            </a:extLst>
          </p:cNvPr>
          <p:cNvSpPr/>
          <p:nvPr/>
        </p:nvSpPr>
        <p:spPr>
          <a:xfrm>
            <a:off x="6858000" y="3352800"/>
            <a:ext cx="4775200" cy="1346200"/>
          </a:xfrm>
          <a:prstGeom prst="rect">
            <a:avLst/>
          </a:prstGeom>
          <a:solidFill>
            <a:srgbClr val="F3F4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ED097A-AE2E-4752-BB3C-1068C3E1C636}"/>
              </a:ext>
            </a:extLst>
          </p:cNvPr>
          <p:cNvSpPr/>
          <p:nvPr/>
        </p:nvSpPr>
        <p:spPr>
          <a:xfrm>
            <a:off x="6858000" y="3352800"/>
            <a:ext cx="50800" cy="1346200"/>
          </a:xfrm>
          <a:prstGeom prst="rect">
            <a:avLst/>
          </a:prstGeom>
          <a:solidFill>
            <a:srgbClr val="94A3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099919-0ABD-4098-9EF0-2FA2C30AA37A}"/>
              </a:ext>
            </a:extLst>
          </p:cNvPr>
          <p:cNvSpPr txBox="1"/>
          <p:nvPr/>
        </p:nvSpPr>
        <p:spPr>
          <a:xfrm>
            <a:off x="7061200" y="3454400"/>
            <a:ext cx="43942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334155"/>
                </a:solidFill>
              </a:rPr>
              <a:t>RabbitMQ / CloudAMQP</a:t>
            </a:r>
            <a:r>
              <a:rPr lang="vi-VN" sz="1100" dirty="0">
                <a:solidFill>
                  <a:srgbClr val="64748B"/>
                </a:solidFill>
              </a:rPr>
              <a:t>   </a:t>
            </a:r>
            <a:r>
              <a:rPr lang="en-US" sz="1100" dirty="0" err="1">
                <a:solidFill>
                  <a:srgbClr val="64748B"/>
                </a:solidFill>
              </a:rPr>
              <a:t>dịch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vụ</a:t>
            </a:r>
            <a:r>
              <a:rPr lang="en-US" sz="1100" dirty="0">
                <a:solidFill>
                  <a:srgbClr val="64748B"/>
                </a:solidFill>
              </a:rPr>
              <a:t> cloud</a:t>
            </a:r>
            <a:r>
              <a:rPr lang="vi-VN" sz="1100" dirty="0">
                <a:solidFill>
                  <a:srgbClr val="64748B"/>
                </a:solidFill>
              </a:rPr>
              <a:t> </a:t>
            </a:r>
            <a:endParaRPr lang="en-US" sz="1100" dirty="0">
              <a:solidFill>
                <a:srgbClr val="64748B"/>
              </a:solidFill>
            </a:endParaRPr>
          </a:p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300" dirty="0">
                <a:solidFill>
                  <a:srgbClr val="333F50"/>
                </a:solidFill>
              </a:rPr>
              <a:t>Nhận, xếp hàng và chuyển event giữa các service.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9AC8CC-8310-464B-8830-701D55F7CD01}"/>
              </a:ext>
            </a:extLst>
          </p:cNvPr>
          <p:cNvSpPr/>
          <p:nvPr/>
        </p:nvSpPr>
        <p:spPr>
          <a:xfrm>
            <a:off x="6858000" y="4978400"/>
            <a:ext cx="4775200" cy="1346200"/>
          </a:xfrm>
          <a:prstGeom prst="rect">
            <a:avLst/>
          </a:prstGeom>
          <a:solidFill>
            <a:srgbClr val="F3F4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D460FA-42F9-47BC-AB31-72554475E748}"/>
              </a:ext>
            </a:extLst>
          </p:cNvPr>
          <p:cNvSpPr/>
          <p:nvPr/>
        </p:nvSpPr>
        <p:spPr>
          <a:xfrm>
            <a:off x="6858000" y="4978400"/>
            <a:ext cx="50800" cy="1346200"/>
          </a:xfrm>
          <a:prstGeom prst="rect">
            <a:avLst/>
          </a:prstGeom>
          <a:solidFill>
            <a:srgbClr val="94A3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AA2426-8CD1-4A64-8F03-AEFD88702C50}"/>
              </a:ext>
            </a:extLst>
          </p:cNvPr>
          <p:cNvSpPr txBox="1"/>
          <p:nvPr/>
        </p:nvSpPr>
        <p:spPr>
          <a:xfrm>
            <a:off x="7061200" y="5080000"/>
            <a:ext cx="4394200" cy="1143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500" b="1" dirty="0">
                <a:solidFill>
                  <a:srgbClr val="334155"/>
                </a:solidFill>
              </a:rPr>
              <a:t>Firebase</a:t>
            </a:r>
            <a:r>
              <a:rPr lang="vi-VN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dịch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vụ</a:t>
            </a:r>
            <a:r>
              <a:rPr lang="en-US" sz="1100" dirty="0">
                <a:solidFill>
                  <a:srgbClr val="64748B"/>
                </a:solidFill>
              </a:rPr>
              <a:t> cloud </a:t>
            </a:r>
          </a:p>
          <a:p>
            <a:pPr>
              <a:lnSpc>
                <a:spcPts val="1800"/>
              </a:lnSpc>
              <a:spcAft>
                <a:spcPts val="200"/>
              </a:spcAft>
              <a:buNone/>
            </a:pPr>
            <a:r>
              <a:rPr lang="vi-VN" sz="1300" dirty="0">
                <a:solidFill>
                  <a:srgbClr val="333F50"/>
                </a:solidFill>
              </a:rPr>
              <a:t>Auth để đăng nhập và xác thực; FCM để chuyển thông báo đẩy.</a:t>
            </a:r>
          </a:p>
        </p:txBody>
      </p:sp>
    </p:spTree>
    <p:extLst>
      <p:ext uri="{BB962C8B-B14F-4D97-AF65-F5344CB8AC3E}">
        <p14:creationId xmlns:p14="http://schemas.microsoft.com/office/powerpoint/2010/main" val="411451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594AB-7F1D-F00E-A5A5-78AEC015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11" y="0"/>
            <a:ext cx="9326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5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05 / GIAO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71BB"/>
                </a:solidFill>
                <a:latin typeface="Arial"/>
              </a:rPr>
              <a:t>Phương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thức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giao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tiếp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các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service</a:t>
            </a:r>
            <a:endParaRPr sz="2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5600"/>
            <a:ext cx="50292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800" b="1" dirty="0">
                <a:solidFill>
                  <a:srgbClr val="D71920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62456" y="1663700"/>
            <a:ext cx="38100" cy="8382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2900" y="1625600"/>
            <a:ext cx="292100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700" b="1" dirty="0">
                <a:solidFill>
                  <a:srgbClr val="0B5FA5"/>
                </a:solidFill>
              </a:rPr>
              <a:t>REST từ trình duyệt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1625600"/>
            <a:ext cx="6731000" cy="2139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vi-VN" sz="1400" b="1" dirty="0">
                <a:solidFill>
                  <a:srgbClr val="111827"/>
                </a:solidFill>
              </a:rPr>
              <a:t>Frontend → API Gateway   ·   HTTP/REST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1981200"/>
            <a:ext cx="67310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buNone/>
            </a:pPr>
            <a:r>
              <a:rPr lang="vi-VN" sz="1300" dirty="0">
                <a:solidFill>
                  <a:srgbClr val="334155"/>
                </a:solidFill>
              </a:rPr>
              <a:t>Frontend chỉ gọi Gateway, không gọi thẳng Inventory hay Analytics.</a:t>
            </a:r>
          </a:p>
          <a:p>
            <a:pPr>
              <a:lnSpc>
                <a:spcPts val="1600"/>
              </a:lnSpc>
              <a:buNone/>
            </a:pPr>
            <a:r>
              <a:rPr lang="vi-VN" sz="1300" b="1" dirty="0">
                <a:solidFill>
                  <a:srgbClr val="0B5FA5"/>
                </a:solidFill>
              </a:rPr>
              <a:t>Ví dụ: </a:t>
            </a:r>
            <a:r>
              <a:rPr lang="vi-VN" sz="1300" dirty="0">
                <a:solidFill>
                  <a:srgbClr val="475569"/>
                </a:solidFill>
              </a:rPr>
              <a:t>POST /api/orders kèm giỏ hàng khi khách bấm đặt hàng.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30500"/>
            <a:ext cx="50292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800" b="1" dirty="0">
                <a:solidFill>
                  <a:srgbClr val="D71920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2456" y="2768600"/>
            <a:ext cx="38100" cy="10668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12900" y="2730500"/>
            <a:ext cx="292100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700" b="1" dirty="0">
                <a:solidFill>
                  <a:srgbClr val="0B5FA5"/>
                </a:solidFill>
              </a:rPr>
              <a:t>HTTP nội bộ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2730500"/>
            <a:ext cx="6731000" cy="2139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vi-VN" sz="1400" b="1" dirty="0">
                <a:solidFill>
                  <a:srgbClr val="111827"/>
                </a:solidFill>
              </a:rPr>
              <a:t>API Gateway → Inventory / Analytics   ·   HTTP, chờ kết quả ngay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6300" y="3086100"/>
            <a:ext cx="6731000" cy="81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buNone/>
            </a:pPr>
            <a:r>
              <a:rPr lang="vi-VN" sz="1300" dirty="0">
                <a:solidFill>
                  <a:srgbClr val="334155"/>
                </a:solidFill>
              </a:rPr>
              <a:t>Hai backend gọi nhau tron</a:t>
            </a:r>
            <a:r>
              <a:rPr lang="en-US" sz="1300" dirty="0">
                <a:solidFill>
                  <a:srgbClr val="334155"/>
                </a:solidFill>
              </a:rPr>
              <a:t>g localhost</a:t>
            </a:r>
            <a:r>
              <a:rPr lang="vi-VN" sz="1300" dirty="0">
                <a:solidFill>
                  <a:srgbClr val="334155"/>
                </a:solidFill>
              </a:rPr>
              <a:t>; Gateway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nhận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thông</a:t>
            </a:r>
            <a:r>
              <a:rPr lang="en-US" sz="1300" dirty="0">
                <a:solidFill>
                  <a:srgbClr val="334155"/>
                </a:solidFill>
              </a:rPr>
              <a:t> tin </a:t>
            </a:r>
            <a:r>
              <a:rPr lang="en-US" sz="1300" dirty="0" err="1">
                <a:solidFill>
                  <a:srgbClr val="334155"/>
                </a:solidFill>
              </a:rPr>
              <a:t>từ</a:t>
            </a:r>
            <a:r>
              <a:rPr lang="en-US" sz="1300" dirty="0">
                <a:solidFill>
                  <a:srgbClr val="334155"/>
                </a:solidFill>
              </a:rPr>
              <a:t> service backend </a:t>
            </a:r>
            <a:r>
              <a:rPr lang="en-US" sz="1300" dirty="0" err="1">
                <a:solidFill>
                  <a:srgbClr val="334155"/>
                </a:solidFill>
              </a:rPr>
              <a:t>và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phản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hồi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đến</a:t>
            </a:r>
            <a:r>
              <a:rPr lang="en-US" sz="1300" dirty="0">
                <a:solidFill>
                  <a:srgbClr val="334155"/>
                </a:solidFill>
              </a:rPr>
              <a:t> frontend</a:t>
            </a:r>
            <a:r>
              <a:rPr lang="vi-VN" sz="1300"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ts val="1600"/>
              </a:lnSpc>
              <a:buNone/>
            </a:pPr>
            <a:r>
              <a:rPr lang="vi-VN" sz="1300" b="1" dirty="0">
                <a:solidFill>
                  <a:srgbClr val="0B5FA5"/>
                </a:solidFill>
              </a:rPr>
              <a:t>Ví dụ: </a:t>
            </a:r>
            <a:r>
              <a:rPr lang="vi-VN" sz="1300" dirty="0">
                <a:solidFill>
                  <a:srgbClr val="475569"/>
                </a:solidFill>
              </a:rPr>
              <a:t>GET /api/inventory/stock/12 → inventory-service:9000/stock/12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4000"/>
            <a:ext cx="50292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800" b="1" dirty="0">
                <a:solidFill>
                  <a:srgbClr val="D71920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62456" y="4102100"/>
            <a:ext cx="38100" cy="10668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12900" y="4064000"/>
            <a:ext cx="292100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700" b="1" dirty="0">
                <a:solidFill>
                  <a:srgbClr val="0B5FA5"/>
                </a:solidFill>
              </a:rPr>
              <a:t>Event qua RabbitMQ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6140" y="4102739"/>
            <a:ext cx="6731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11827"/>
                </a:solidFill>
              </a:rPr>
              <a:t> AMQP - </a:t>
            </a:r>
            <a:r>
              <a:rPr lang="vi-VN" sz="1400" b="1" dirty="0">
                <a:solidFill>
                  <a:srgbClr val="111827"/>
                </a:solidFill>
              </a:rPr>
              <a:t>RabbitMQ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7500"/>
            <a:ext cx="50292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800" b="1" dirty="0">
                <a:solidFill>
                  <a:srgbClr val="D71920"/>
                </a:solidFill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2456" y="5435600"/>
            <a:ext cx="38100" cy="838200"/>
          </a:xfrm>
          <a:prstGeom prst="rect">
            <a:avLst/>
          </a:prstGeom>
          <a:solidFill>
            <a:srgbClr val="0B5FA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12900" y="5397500"/>
            <a:ext cx="292100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lang="vi-VN" sz="1700" b="1" dirty="0">
                <a:solidFill>
                  <a:srgbClr val="0B5FA5"/>
                </a:solidFill>
              </a:rPr>
              <a:t>Firebase (ngoài VM)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6300" y="5397500"/>
            <a:ext cx="6731000" cy="2139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vi-VN" sz="1400" b="1" dirty="0">
                <a:solidFill>
                  <a:srgbClr val="111827"/>
                </a:solidFill>
              </a:rPr>
              <a:t>Frontend / Gateway / Notification ↔ Firebase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6300" y="5753100"/>
            <a:ext cx="67310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buNone/>
            </a:pPr>
            <a:r>
              <a:rPr lang="vi-VN" sz="1300" dirty="0">
                <a:solidFill>
                  <a:srgbClr val="334155"/>
                </a:solidFill>
              </a:rPr>
              <a:t>Auth cấp token khi khách đăng nhập, Gateway kiểm tra token; FCM đẩy thông báo.</a:t>
            </a:r>
          </a:p>
          <a:p>
            <a:pPr>
              <a:lnSpc>
                <a:spcPts val="1600"/>
              </a:lnSpc>
              <a:buNone/>
            </a:pPr>
            <a:r>
              <a:rPr lang="vi-VN" sz="1300" b="1" dirty="0">
                <a:solidFill>
                  <a:srgbClr val="0B5FA5"/>
                </a:solidFill>
              </a:rPr>
              <a:t>Ví dụ: </a:t>
            </a:r>
            <a:r>
              <a:rPr lang="vi-VN" sz="1300" dirty="0">
                <a:solidFill>
                  <a:srgbClr val="475569"/>
                </a:solidFill>
              </a:rPr>
              <a:t>Đơn hoàn tất → FCM push về trình duyệt.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72CB24-2D12-4675-8182-180422835CF2}"/>
              </a:ext>
            </a:extLst>
          </p:cNvPr>
          <p:cNvSpPr txBox="1"/>
          <p:nvPr/>
        </p:nvSpPr>
        <p:spPr>
          <a:xfrm>
            <a:off x="5428034" y="49708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8FA11E-E0DF-A5F4-7AD4-486DC74FFF20}"/>
              </a:ext>
            </a:extLst>
          </p:cNvPr>
          <p:cNvSpPr txBox="1"/>
          <p:nvPr/>
        </p:nvSpPr>
        <p:spPr>
          <a:xfrm>
            <a:off x="4674584" y="4492290"/>
            <a:ext cx="6731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/>
              <a:t>AMQP (</a:t>
            </a:r>
            <a:r>
              <a:rPr lang="en-US" sz="1400" dirty="0"/>
              <a:t>Advanced Message Queuing Protocol</a:t>
            </a:r>
            <a:r>
              <a:rPr lang="en-US" sz="1400" b="1" dirty="0"/>
              <a:t>)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dirty="0" err="1"/>
              <a:t>khi</a:t>
            </a:r>
            <a:r>
              <a:rPr lang="en-US" sz="1400" dirty="0"/>
              <a:t> service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kiện</a:t>
            </a:r>
            <a:r>
              <a:rPr lang="en-US" sz="1400" dirty="0"/>
              <a:t> qua RabbitMQ </a:t>
            </a:r>
            <a:r>
              <a:rPr lang="en-US" sz="1400" dirty="0" err="1"/>
              <a:t>để</a:t>
            </a:r>
            <a:r>
              <a:rPr lang="en-US" sz="1400" dirty="0"/>
              <a:t> service </a:t>
            </a:r>
            <a:r>
              <a:rPr lang="en-US" sz="1400" dirty="0" err="1"/>
              <a:t>khác</a:t>
            </a:r>
            <a:r>
              <a:rPr lang="en-US" sz="1400" dirty="0"/>
              <a:t> </a:t>
            </a:r>
            <a:r>
              <a:rPr lang="en-US" sz="1400" dirty="0" err="1"/>
              <a:t>xử</a:t>
            </a:r>
            <a:r>
              <a:rPr lang="en-US" sz="1400" dirty="0"/>
              <a:t> </a:t>
            </a:r>
            <a:r>
              <a:rPr lang="en-US" sz="1400" dirty="0" err="1"/>
              <a:t>lý</a:t>
            </a:r>
            <a:r>
              <a:rPr lang="en-US" sz="1400" dirty="0"/>
              <a:t> </a:t>
            </a:r>
            <a:r>
              <a:rPr lang="en-US" sz="1400" dirty="0" err="1"/>
              <a:t>tiếp</a:t>
            </a:r>
            <a:endParaRPr lang="vi-VN" sz="130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52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07 /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71BB"/>
                </a:solidFill>
                <a:latin typeface="Arial"/>
              </a:rPr>
              <a:t>Sequence diagram order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đơn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hàng</a:t>
            </a:r>
            <a:endParaRPr sz="2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08</a:t>
            </a:r>
          </a:p>
        </p:txBody>
      </p:sp>
      <p:pic>
        <p:nvPicPr>
          <p:cNvPr id="10" name="Picture 9" descr="11-order-architecture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715" y="1517904"/>
            <a:ext cx="8696665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10 /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Hạ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tầng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và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sản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phẩm</a:t>
            </a:r>
            <a:endParaRPr sz="2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1273"/>
            <a:ext cx="5367528" cy="415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0071BB"/>
                </a:solidFill>
                <a:latin typeface="Arial"/>
              </a:rPr>
              <a:t>VM / Docker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36489"/>
            <a:ext cx="5330952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Frontend · React/Vite/Nginx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Gateway · Node/Express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Inventory · Go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Analytics ·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FastAPI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/Python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Notification · Node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>
                <a:solidFill>
                  <a:srgbClr val="26343F"/>
                </a:solidFill>
                <a:latin typeface="Arial"/>
              </a:rPr>
              <a:t>MySQL 8 ·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cơ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sở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dữ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liệu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dùng</a:t>
            </a:r>
            <a:r>
              <a:rPr sz="19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6343F"/>
                </a:solidFill>
                <a:latin typeface="Arial"/>
              </a:rPr>
              <a:t>chung</a:t>
            </a:r>
            <a:endParaRPr sz="1900" b="0" dirty="0">
              <a:solidFill>
                <a:srgbClr val="26343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25896" y="1719072"/>
            <a:ext cx="27432" cy="3959352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451273"/>
            <a:ext cx="49651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1BB"/>
                </a:solidFill>
                <a:latin typeface="Arial"/>
              </a:rPr>
              <a:t>Bên ngoài 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36489"/>
            <a:ext cx="4946904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 err="1">
                <a:solidFill>
                  <a:srgbClr val="26343F"/>
                </a:solidFill>
                <a:latin typeface="Arial"/>
              </a:rPr>
              <a:t>CloudAMQP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/ RabbitMQ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Trung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chuyển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event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giữa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các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service.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Firebase Auth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 err="1">
                <a:solidFill>
                  <a:srgbClr val="26343F"/>
                </a:solidFill>
                <a:latin typeface="Arial"/>
              </a:rPr>
              <a:t>Xác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thực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người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dùng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Firebase FCM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 err="1">
                <a:solidFill>
                  <a:srgbClr val="26343F"/>
                </a:solidFill>
                <a:latin typeface="Arial"/>
              </a:rPr>
              <a:t>Chuyển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push notification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đến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trình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duyệt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D77D0A-59C9-C324-A9E3-29A91DFF1E31}"/>
              </a:ext>
            </a:extLst>
          </p:cNvPr>
          <p:cNvSpPr txBox="1"/>
          <p:nvPr/>
        </p:nvSpPr>
        <p:spPr>
          <a:xfrm>
            <a:off x="423931" y="1062760"/>
            <a:ext cx="8165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URL demo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: http://54.234.217.45:5173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631168" cy="77724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60527" cy="77724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C1C24"/>
                </a:solidFill>
                <a:latin typeface="Arial"/>
              </a:rPr>
              <a:t>11 /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"/>
            <a:ext cx="10972800" cy="43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Đánh</a:t>
            </a:r>
            <a:r>
              <a:rPr lang="en-US" sz="28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800" b="1" dirty="0" err="1">
                <a:solidFill>
                  <a:srgbClr val="0071BB"/>
                </a:solidFill>
                <a:latin typeface="Arial"/>
              </a:rPr>
              <a:t>giá</a:t>
            </a:r>
            <a:endParaRPr sz="28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6501384"/>
            <a:ext cx="11091672" cy="13716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6556248"/>
            <a:ext cx="987552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873"/>
                </a:solidFill>
                <a:latin typeface="Arial"/>
              </a:rPr>
              <a:t>SPORT HUB  /  C4 CONTAINER &amp;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1BB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700784"/>
            <a:ext cx="4965192" cy="415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 err="1">
                <a:solidFill>
                  <a:srgbClr val="0071BB"/>
                </a:solidFill>
                <a:latin typeface="Arial"/>
              </a:rPr>
              <a:t>Ưu</a:t>
            </a:r>
            <a:r>
              <a:rPr lang="en-US" sz="2700" b="1" dirty="0">
                <a:solidFill>
                  <a:srgbClr val="0071BB"/>
                </a:solidFill>
                <a:latin typeface="Arial"/>
              </a:rPr>
              <a:t> </a:t>
            </a:r>
            <a:r>
              <a:rPr lang="en-US" sz="2700" b="1" dirty="0" err="1">
                <a:solidFill>
                  <a:srgbClr val="0071BB"/>
                </a:solidFill>
                <a:latin typeface="Arial"/>
              </a:rPr>
              <a:t>điểm</a:t>
            </a:r>
            <a:endParaRPr sz="27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2322576"/>
            <a:ext cx="5029200" cy="2072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Chức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năng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mỗi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service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rõ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rang ở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mức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đồ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án</a:t>
            </a: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Kết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hợp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HTTP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và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event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đúng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mục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đích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 Kho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có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reserve / commit / release,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giao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dịch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và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khóa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dòng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 Notification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đợi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đủ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bước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mới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báo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thành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công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1719072"/>
            <a:ext cx="27432" cy="4325112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700784"/>
            <a:ext cx="4992624" cy="415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0071BB"/>
                </a:solidFill>
                <a:latin typeface="Arial"/>
              </a:rPr>
              <a:t>Giới</a:t>
            </a:r>
            <a:r>
              <a:rPr sz="2700" b="1" dirty="0">
                <a:solidFill>
                  <a:srgbClr val="0071BB"/>
                </a:solidFill>
                <a:latin typeface="Arial"/>
              </a:rPr>
              <a:t> </a:t>
            </a:r>
            <a:r>
              <a:rPr sz="2700" b="1" dirty="0" err="1">
                <a:solidFill>
                  <a:srgbClr val="0071BB"/>
                </a:solidFill>
                <a:latin typeface="Arial"/>
              </a:rPr>
              <a:t>hạn</a:t>
            </a:r>
            <a:endParaRPr sz="2700" b="1" dirty="0">
              <a:solidFill>
                <a:srgbClr val="0071BB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2322576"/>
            <a:ext cx="4882896" cy="1473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Cùng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một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MySQL,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chưa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tách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database </a:t>
            </a:r>
            <a:r>
              <a:rPr sz="1800" b="0" dirty="0" err="1">
                <a:solidFill>
                  <a:srgbClr val="26343F"/>
                </a:solidFill>
                <a:latin typeface="Arial"/>
              </a:rPr>
              <a:t>theo</a:t>
            </a:r>
            <a:r>
              <a:rPr sz="1800" b="0" dirty="0">
                <a:solidFill>
                  <a:srgbClr val="26343F"/>
                </a:solidFill>
                <a:latin typeface="Arial"/>
              </a:rPr>
              <a:t> service.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endParaRPr sz="1800" b="0" dirty="0">
              <a:solidFill>
                <a:srgbClr val="26343F"/>
              </a:solidFill>
              <a:latin typeface="Arial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26343F"/>
                </a:solidFill>
                <a:latin typeface="Arial"/>
              </a:rPr>
              <a:t>•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Chưa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thật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sự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là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một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hệ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26343F"/>
                </a:solidFill>
                <a:latin typeface="Arial"/>
              </a:rPr>
              <a:t>thống</a:t>
            </a:r>
            <a:r>
              <a:rPr lang="en-US" dirty="0">
                <a:solidFill>
                  <a:srgbClr val="26343F"/>
                </a:solidFill>
                <a:latin typeface="Arial"/>
              </a:rPr>
              <a:t> Microservice Prod</a:t>
            </a:r>
            <a:endParaRPr sz="1800" b="0" dirty="0">
              <a:solidFill>
                <a:srgbClr val="26343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999439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Arial"/>
              </a:rPr>
              <a:t>KẾT </a:t>
            </a:r>
            <a:r>
              <a:rPr lang="en-US" b="1" dirty="0">
                <a:solidFill>
                  <a:srgbClr val="FFFFFF"/>
                </a:solidFill>
                <a:latin typeface="Arial"/>
              </a:rPr>
              <a:t>THÚC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" y="1490472"/>
            <a:ext cx="10680192" cy="476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Cảm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ơn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thầy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và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các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bạn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đã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lắng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100" b="1" dirty="0" err="1">
                <a:solidFill>
                  <a:srgbClr val="FFFFFF"/>
                </a:solidFill>
                <a:latin typeface="Arial"/>
              </a:rPr>
              <a:t>nghe</a:t>
            </a:r>
            <a:r>
              <a:rPr lang="en-US" sz="3100" b="1" dirty="0">
                <a:solidFill>
                  <a:srgbClr val="FFFFFF"/>
                </a:solidFill>
                <a:latin typeface="Arial"/>
              </a:rPr>
              <a:t>!</a:t>
            </a:r>
            <a:endParaRPr sz="3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3968496"/>
            <a:ext cx="2084831" cy="50292"/>
          </a:xfrm>
          <a:prstGeom prst="rect">
            <a:avLst/>
          </a:prstGeom>
          <a:solidFill>
            <a:srgbClr val="E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7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F3EE8F-6127-4A78-AC8B-EA20413399A3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f19c4a54-502b-4bce-839f-eccecc5996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892</Words>
  <Application>Microsoft Office PowerPoint</Application>
  <PresentationFormat>Widescreen</PresentationFormat>
  <Paragraphs>151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Văn Hậu Trần</cp:lastModifiedBy>
  <cp:revision>1</cp:revision>
  <dcterms:created xsi:type="dcterms:W3CDTF">2013-01-27T09:14:16Z</dcterms:created>
  <dcterms:modified xsi:type="dcterms:W3CDTF">2026-10-06T11:40:16Z</dcterms:modified>
  <cp:category/>
</cp:coreProperties>
</file>